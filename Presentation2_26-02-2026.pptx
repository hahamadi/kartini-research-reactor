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 id="2147483673" r:id="rId2"/>
  </p:sldMasterIdLst>
  <p:notesMasterIdLst>
    <p:notesMasterId r:id="rId48"/>
  </p:notesMasterIdLst>
  <p:sldIdLst>
    <p:sldId id="256" r:id="rId3"/>
    <p:sldId id="296" r:id="rId4"/>
    <p:sldId id="297" r:id="rId5"/>
    <p:sldId id="298" r:id="rId6"/>
    <p:sldId id="299" r:id="rId7"/>
    <p:sldId id="300"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5143500" type="screen16x9"/>
  <p:notesSz cx="6858000" cy="9144000"/>
  <p:embeddedFontLst>
    <p:embeddedFont>
      <p:font typeface="Actor" panose="020B0604020202020204" charset="0"/>
      <p:regular r:id="rId49"/>
    </p:embeddedFont>
    <p:embeddedFont>
      <p:font typeface="Amatic SC" panose="00000500000000000000" pitchFamily="2" charset="-79"/>
      <p:regular r:id="rId50"/>
      <p:bold r:id="rId51"/>
    </p:embeddedFont>
    <p:embeddedFont>
      <p:font typeface="Anaheim" pitchFamily="2" charset="0"/>
      <p:regular r:id="rId52"/>
      <p:bold r:id="rId53"/>
    </p:embeddedFont>
    <p:embeddedFont>
      <p:font typeface="Figtree" pitchFamily="2" charset="0"/>
      <p:regular r:id="rId54"/>
      <p:bold r:id="rId55"/>
      <p:italic r:id="rId56"/>
      <p:boldItalic r:id="rId57"/>
    </p:embeddedFont>
    <p:embeddedFont>
      <p:font typeface="Figtree Light" pitchFamily="2" charset="0"/>
      <p:regular r:id="rId58"/>
      <p:italic r:id="rId59"/>
    </p:embeddedFont>
    <p:embeddedFont>
      <p:font typeface="Geologica" panose="020B0604020202020204" charset="0"/>
      <p:regular r:id="rId60"/>
      <p:bold r:id="rId61"/>
    </p:embeddedFont>
    <p:embeddedFont>
      <p:font typeface="Nunito Light" pitchFamily="2" charset="0"/>
      <p:regular r:id="rId62"/>
      <p:italic r:id="rId63"/>
    </p:embeddedFont>
    <p:embeddedFont>
      <p:font typeface="Open Sans" panose="020B0606030504020204" pitchFamily="34" charset="0"/>
      <p:regular r:id="rId64"/>
      <p:bold r:id="rId65"/>
      <p:italic r:id="rId66"/>
      <p:boldItalic r:id="rId67"/>
    </p:embeddedFont>
    <p:embeddedFont>
      <p:font typeface="Proxima Nova" panose="020B0604020202020204" charset="0"/>
      <p:regular r:id="rId68"/>
      <p:bold r:id="rId69"/>
      <p:italic r:id="rId70"/>
      <p:boldItalic r:id="rId71"/>
    </p:embeddedFont>
    <p:embeddedFont>
      <p:font typeface="Raleway" pitchFamily="2" charset="0"/>
      <p:regular r:id="rId72"/>
      <p:bold r:id="rId73"/>
      <p:italic r:id="rId74"/>
      <p:boldItalic r:id="rId75"/>
    </p:embeddedFont>
    <p:embeddedFont>
      <p:font typeface="Roboto Medium" panose="02000000000000000000" pitchFamily="2" charset="0"/>
      <p:regular r:id="rId76"/>
      <p:bold r:id="rId77"/>
      <p:italic r:id="rId78"/>
      <p:boldItalic r:id="rId7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952BC47-DEB5-42AE-B508-9AF749495DB4}">
  <a:tblStyle styleId="{F952BC47-DEB5-42AE-B508-9AF749495DB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D8F93B5-1F1F-4D79-8392-977954BB6DA0}"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5.fntdata"/><Relationship Id="rId68" Type="http://schemas.openxmlformats.org/officeDocument/2006/relationships/font" Target="fonts/font20.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font" Target="fonts/font5.fntdata"/><Relationship Id="rId58" Type="http://schemas.openxmlformats.org/officeDocument/2006/relationships/font" Target="fonts/font10.fntdata"/><Relationship Id="rId74" Type="http://schemas.openxmlformats.org/officeDocument/2006/relationships/font" Target="fonts/font26.fntdata"/><Relationship Id="rId79" Type="http://schemas.openxmlformats.org/officeDocument/2006/relationships/font" Target="fonts/font31.fntdata"/><Relationship Id="rId5" Type="http://schemas.openxmlformats.org/officeDocument/2006/relationships/slide" Target="slides/slide3.xml"/><Relationship Id="rId61" Type="http://schemas.openxmlformats.org/officeDocument/2006/relationships/font" Target="fonts/font13.fntdata"/><Relationship Id="rId82"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notesMaster" Target="notesMasters/notesMaster1.xml"/><Relationship Id="rId56" Type="http://schemas.openxmlformats.org/officeDocument/2006/relationships/font" Target="fonts/font8.fntdata"/><Relationship Id="rId64" Type="http://schemas.openxmlformats.org/officeDocument/2006/relationships/font" Target="fonts/font16.fntdata"/><Relationship Id="rId69" Type="http://schemas.openxmlformats.org/officeDocument/2006/relationships/font" Target="fonts/font21.fntdata"/><Relationship Id="rId77" Type="http://schemas.openxmlformats.org/officeDocument/2006/relationships/font" Target="fonts/font29.fntdata"/><Relationship Id="rId8" Type="http://schemas.openxmlformats.org/officeDocument/2006/relationships/slide" Target="slides/slide6.xml"/><Relationship Id="rId51" Type="http://schemas.openxmlformats.org/officeDocument/2006/relationships/font" Target="fonts/font3.fntdata"/><Relationship Id="rId72" Type="http://schemas.openxmlformats.org/officeDocument/2006/relationships/font" Target="fonts/font24.fntdata"/><Relationship Id="rId80"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1.fntdata"/><Relationship Id="rId67" Type="http://schemas.openxmlformats.org/officeDocument/2006/relationships/font" Target="fonts/font19.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6.fntdata"/><Relationship Id="rId62" Type="http://schemas.openxmlformats.org/officeDocument/2006/relationships/font" Target="fonts/font14.fntdata"/><Relationship Id="rId70" Type="http://schemas.openxmlformats.org/officeDocument/2006/relationships/font" Target="fonts/font22.fntdata"/><Relationship Id="rId75" Type="http://schemas.openxmlformats.org/officeDocument/2006/relationships/font" Target="fonts/font27.fntdata"/><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4.fntdata"/><Relationship Id="rId60" Type="http://schemas.openxmlformats.org/officeDocument/2006/relationships/font" Target="fonts/font12.fntdata"/><Relationship Id="rId65" Type="http://schemas.openxmlformats.org/officeDocument/2006/relationships/font" Target="fonts/font17.fntdata"/><Relationship Id="rId73" Type="http://schemas.openxmlformats.org/officeDocument/2006/relationships/font" Target="fonts/font25.fntdata"/><Relationship Id="rId78" Type="http://schemas.openxmlformats.org/officeDocument/2006/relationships/font" Target="fonts/font30.fntdata"/><Relationship Id="rId8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font" Target="fonts/font2.fntdata"/><Relationship Id="rId55" Type="http://schemas.openxmlformats.org/officeDocument/2006/relationships/font" Target="fonts/font7.fntdata"/><Relationship Id="rId76" Type="http://schemas.openxmlformats.org/officeDocument/2006/relationships/font" Target="fonts/font28.fntdata"/><Relationship Id="rId7" Type="http://schemas.openxmlformats.org/officeDocument/2006/relationships/slide" Target="slides/slide5.xml"/><Relationship Id="rId71" Type="http://schemas.openxmlformats.org/officeDocument/2006/relationships/font" Target="fonts/font23.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d431007ba2_0_2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54dda1946d_6_3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54dda1946d_6_3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54dda1946d_6_3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184d99d1a72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184d99d1a7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184d99d1a72_0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184d99d1a72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184d99d1a72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184d99d1a7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54dda1946d_4_27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54dda1946d_4_2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18680c38407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18680c38407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2"/>
        <p:cNvGrpSpPr/>
        <p:nvPr/>
      </p:nvGrpSpPr>
      <p:grpSpPr>
        <a:xfrm>
          <a:off x="0" y="0"/>
          <a:ext cx="0" cy="0"/>
          <a:chOff x="0" y="0"/>
          <a:chExt cx="0" cy="0"/>
        </a:xfrm>
      </p:grpSpPr>
      <p:sp>
        <p:nvSpPr>
          <p:cNvPr id="483" name="Google Shape;483;g18661f04b0b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4" name="Google Shape;484;g18661f04b0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g18680c38407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18680c38407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g54dda1946d_4_27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54dda1946d_4_27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54dda1946d_4_27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54dda1946d_4_2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g292b58b23d7_0_1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4" name="Google Shape;594;g292b58b23d7_0_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172b1845856_1_1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172b1845856_1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1d72009183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1d72009183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18680c38407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4" name="Google Shape;664;g18680c38407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7"/>
        <p:cNvGrpSpPr/>
        <p:nvPr/>
      </p:nvGrpSpPr>
      <p:grpSpPr>
        <a:xfrm>
          <a:off x="0" y="0"/>
          <a:ext cx="0" cy="0"/>
          <a:chOff x="0" y="0"/>
          <a:chExt cx="0" cy="0"/>
        </a:xfrm>
      </p:grpSpPr>
      <p:sp>
        <p:nvSpPr>
          <p:cNvPr id="688" name="Google Shape;688;g135e18421cc_13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9" name="Google Shape;689;g135e18421cc_13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292a41d7dc8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 name="Google Shape;727;g292a41d7dc8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92a41d7dc8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92a41d7dc8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2935e9bfe2d_0_136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2935e9bfe2d_0_136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0"/>
        <p:cNvGrpSpPr/>
        <p:nvPr/>
      </p:nvGrpSpPr>
      <p:grpSpPr>
        <a:xfrm>
          <a:off x="0" y="0"/>
          <a:ext cx="0" cy="0"/>
          <a:chOff x="0" y="0"/>
          <a:chExt cx="0" cy="0"/>
        </a:xfrm>
      </p:grpSpPr>
      <p:sp>
        <p:nvSpPr>
          <p:cNvPr id="801" name="Google Shape;801;g2935e9bfe2d_0_136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2" name="Google Shape;802;g2935e9bfe2d_0_136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2935e9bfe2d_0_136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5e9bfe2d_0_13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g2935e9bfe2d_0_137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4" name="Google Shape;824;g2935e9bfe2d_0_137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8"/>
        <p:cNvGrpSpPr/>
        <p:nvPr/>
      </p:nvGrpSpPr>
      <p:grpSpPr>
        <a:xfrm>
          <a:off x="0" y="0"/>
          <a:ext cx="0" cy="0"/>
          <a:chOff x="0" y="0"/>
          <a:chExt cx="0" cy="0"/>
        </a:xfrm>
      </p:grpSpPr>
      <p:sp>
        <p:nvSpPr>
          <p:cNvPr id="839" name="Google Shape;839;g2935e9bfe2d_0_137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0" name="Google Shape;840;g2935e9bfe2d_0_13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5"/>
        <p:cNvGrpSpPr/>
        <p:nvPr/>
      </p:nvGrpSpPr>
      <p:grpSpPr>
        <a:xfrm>
          <a:off x="0" y="0"/>
          <a:ext cx="0" cy="0"/>
          <a:chOff x="0" y="0"/>
          <a:chExt cx="0" cy="0"/>
        </a:xfrm>
      </p:grpSpPr>
      <p:sp>
        <p:nvSpPr>
          <p:cNvPr id="1176" name="Google Shape;1176;g2935e9bfe2d_0_140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7" name="Google Shape;1177;g2935e9bfe2d_0_140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9"/>
        <p:cNvGrpSpPr/>
        <p:nvPr/>
      </p:nvGrpSpPr>
      <p:grpSpPr>
        <a:xfrm>
          <a:off x="0" y="0"/>
          <a:ext cx="0" cy="0"/>
          <a:chOff x="0" y="0"/>
          <a:chExt cx="0" cy="0"/>
        </a:xfrm>
      </p:grpSpPr>
      <p:sp>
        <p:nvSpPr>
          <p:cNvPr id="7090" name="Google Shape;7090;g2935e9bfe2d_0_199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91" name="Google Shape;7091;g2935e9bfe2d_0_19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6"/>
        <p:cNvGrpSpPr/>
        <p:nvPr/>
      </p:nvGrpSpPr>
      <p:grpSpPr>
        <a:xfrm>
          <a:off x="0" y="0"/>
          <a:ext cx="0" cy="0"/>
          <a:chOff x="0" y="0"/>
          <a:chExt cx="0" cy="0"/>
        </a:xfrm>
      </p:grpSpPr>
      <p:sp>
        <p:nvSpPr>
          <p:cNvPr id="7517" name="Google Shape;7517;g2935e9bfe2d_0_203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8" name="Google Shape;7518;g2935e9bfe2d_0_20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9"/>
        <p:cNvGrpSpPr/>
        <p:nvPr/>
      </p:nvGrpSpPr>
      <p:grpSpPr>
        <a:xfrm>
          <a:off x="0" y="0"/>
          <a:ext cx="0" cy="0"/>
          <a:chOff x="0" y="0"/>
          <a:chExt cx="0" cy="0"/>
        </a:xfrm>
      </p:grpSpPr>
      <p:sp>
        <p:nvSpPr>
          <p:cNvPr id="7680" name="Google Shape;7680;g2935e9bfe2d_0_205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1" name="Google Shape;7681;g2935e9bfe2d_0_205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1"/>
        <p:cNvGrpSpPr/>
        <p:nvPr/>
      </p:nvGrpSpPr>
      <p:grpSpPr>
        <a:xfrm>
          <a:off x="0" y="0"/>
          <a:ext cx="0" cy="0"/>
          <a:chOff x="0" y="0"/>
          <a:chExt cx="0" cy="0"/>
        </a:xfrm>
      </p:grpSpPr>
      <p:sp>
        <p:nvSpPr>
          <p:cNvPr id="8082" name="Google Shape;8082;g2935e9bfe2d_0_209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3" name="Google Shape;8083;g2935e9bfe2d_0_209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2"/>
        <p:cNvGrpSpPr/>
        <p:nvPr/>
      </p:nvGrpSpPr>
      <p:grpSpPr>
        <a:xfrm>
          <a:off x="0" y="0"/>
          <a:ext cx="0" cy="0"/>
          <a:chOff x="0" y="0"/>
          <a:chExt cx="0" cy="0"/>
        </a:xfrm>
      </p:grpSpPr>
      <p:sp>
        <p:nvSpPr>
          <p:cNvPr id="8453" name="Google Shape;8453;g2935e9bfe2d_0_213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54" name="Google Shape;8454;g2935e9bfe2d_0_21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41"/>
        <p:cNvGrpSpPr/>
        <p:nvPr/>
      </p:nvGrpSpPr>
      <p:grpSpPr>
        <a:xfrm>
          <a:off x="0" y="0"/>
          <a:ext cx="0" cy="0"/>
          <a:chOff x="0" y="0"/>
          <a:chExt cx="0" cy="0"/>
        </a:xfrm>
      </p:grpSpPr>
      <p:sp>
        <p:nvSpPr>
          <p:cNvPr id="8842" name="Google Shape;8842;g2935e9bfe2d_0_217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3" name="Google Shape;8843;g2935e9bfe2d_0_217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72"/>
        <p:cNvGrpSpPr/>
        <p:nvPr/>
      </p:nvGrpSpPr>
      <p:grpSpPr>
        <a:xfrm>
          <a:off x="0" y="0"/>
          <a:ext cx="0" cy="0"/>
          <a:chOff x="0" y="0"/>
          <a:chExt cx="0" cy="0"/>
        </a:xfrm>
      </p:grpSpPr>
      <p:sp>
        <p:nvSpPr>
          <p:cNvPr id="9273" name="Google Shape;9273;g2935e9bfe2d_0_221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4" name="Google Shape;9274;g2935e9bfe2d_0_22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5"/>
        <p:cNvGrpSpPr/>
        <p:nvPr/>
      </p:nvGrpSpPr>
      <p:grpSpPr>
        <a:xfrm>
          <a:off x="0" y="0"/>
          <a:ext cx="0" cy="0"/>
          <a:chOff x="0" y="0"/>
          <a:chExt cx="0" cy="0"/>
        </a:xfrm>
      </p:grpSpPr>
      <p:sp>
        <p:nvSpPr>
          <p:cNvPr id="10066" name="Google Shape;10066;g2935e9bfe2d_0_229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7" name="Google Shape;10067;g2935e9bfe2d_0_229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06"/>
        <p:cNvGrpSpPr/>
        <p:nvPr/>
      </p:nvGrpSpPr>
      <p:grpSpPr>
        <a:xfrm>
          <a:off x="0" y="0"/>
          <a:ext cx="0" cy="0"/>
          <a:chOff x="0" y="0"/>
          <a:chExt cx="0" cy="0"/>
        </a:xfrm>
      </p:grpSpPr>
      <p:sp>
        <p:nvSpPr>
          <p:cNvPr id="10807" name="Google Shape;10807;g2935e9bfe2d_0_236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08" name="Google Shape;10808;g2935e9bfe2d_0_23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9"/>
        <p:cNvGrpSpPr/>
        <p:nvPr/>
      </p:nvGrpSpPr>
      <p:grpSpPr>
        <a:xfrm>
          <a:off x="0" y="0"/>
          <a:ext cx="0" cy="0"/>
          <a:chOff x="0" y="0"/>
          <a:chExt cx="0" cy="0"/>
        </a:xfrm>
      </p:grpSpPr>
      <p:sp>
        <p:nvSpPr>
          <p:cNvPr id="11500" name="Google Shape;11500;g2935e9bfe2d_0_243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01" name="Google Shape;11501;g2935e9bfe2d_0_24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1"/>
        <p:cNvGrpSpPr/>
        <p:nvPr/>
      </p:nvGrpSpPr>
      <p:grpSpPr>
        <a:xfrm>
          <a:off x="0" y="0"/>
          <a:ext cx="0" cy="0"/>
          <a:chOff x="0" y="0"/>
          <a:chExt cx="0" cy="0"/>
        </a:xfrm>
      </p:grpSpPr>
      <p:sp>
        <p:nvSpPr>
          <p:cNvPr id="11802" name="Google Shape;11802;g2935e9bfe2d_0_246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03" name="Google Shape;11803;g2935e9bfe2d_0_246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41"/>
        <p:cNvGrpSpPr/>
        <p:nvPr/>
      </p:nvGrpSpPr>
      <p:grpSpPr>
        <a:xfrm>
          <a:off x="0" y="0"/>
          <a:ext cx="0" cy="0"/>
          <a:chOff x="0" y="0"/>
          <a:chExt cx="0" cy="0"/>
        </a:xfrm>
      </p:grpSpPr>
      <p:sp>
        <p:nvSpPr>
          <p:cNvPr id="12442" name="Google Shape;12442;g2935e9bfe2d_0_273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43" name="Google Shape;12443;g2935e9bfe2d_0_27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63200" y="-34100"/>
            <a:ext cx="9251100" cy="37749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0" name="Google Shape;10;p2"/>
          <p:cNvSpPr txBox="1">
            <a:spLocks noGrp="1"/>
          </p:cNvSpPr>
          <p:nvPr>
            <p:ph type="ctrTitle"/>
          </p:nvPr>
        </p:nvSpPr>
        <p:spPr>
          <a:xfrm>
            <a:off x="713225" y="1301875"/>
            <a:ext cx="5331900" cy="14106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713225" y="2753250"/>
            <a:ext cx="4528800" cy="414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2"/>
        </a:solidFill>
        <a:effectLst/>
      </p:bgPr>
    </p:bg>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713225" y="2684385"/>
            <a:ext cx="3858900" cy="1345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41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title" idx="2" hasCustomPrompt="1"/>
          </p:nvPr>
        </p:nvSpPr>
        <p:spPr>
          <a:xfrm>
            <a:off x="713225" y="1419535"/>
            <a:ext cx="1450800" cy="9636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6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7" name="Google Shape;17;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 name="Google Shape;18;p4"/>
          <p:cNvSpPr txBox="1">
            <a:spLocks noGrp="1"/>
          </p:cNvSpPr>
          <p:nvPr>
            <p:ph type="body" idx="1"/>
          </p:nvPr>
        </p:nvSpPr>
        <p:spPr>
          <a:xfrm>
            <a:off x="720000" y="1190414"/>
            <a:ext cx="7704000" cy="3534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21" name="Google Shape;21;p5"/>
          <p:cNvSpPr txBox="1">
            <a:spLocks noGrp="1"/>
          </p:cNvSpPr>
          <p:nvPr>
            <p:ph type="subTitle" idx="1"/>
          </p:nvPr>
        </p:nvSpPr>
        <p:spPr>
          <a:xfrm>
            <a:off x="4779792" y="2726551"/>
            <a:ext cx="3660300" cy="1101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 name="Google Shape;22;p5"/>
          <p:cNvSpPr txBox="1">
            <a:spLocks noGrp="1"/>
          </p:cNvSpPr>
          <p:nvPr>
            <p:ph type="subTitle" idx="2"/>
          </p:nvPr>
        </p:nvSpPr>
        <p:spPr>
          <a:xfrm>
            <a:off x="746050" y="2726550"/>
            <a:ext cx="3660300" cy="1101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3" name="Google Shape;23;p5"/>
          <p:cNvSpPr txBox="1">
            <a:spLocks noGrp="1"/>
          </p:cNvSpPr>
          <p:nvPr>
            <p:ph type="subTitle" idx="3"/>
          </p:nvPr>
        </p:nvSpPr>
        <p:spPr>
          <a:xfrm>
            <a:off x="746050" y="2283700"/>
            <a:ext cx="3660300" cy="428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4" name="Google Shape;24;p5"/>
          <p:cNvSpPr txBox="1">
            <a:spLocks noGrp="1"/>
          </p:cNvSpPr>
          <p:nvPr>
            <p:ph type="subTitle" idx="4"/>
          </p:nvPr>
        </p:nvSpPr>
        <p:spPr>
          <a:xfrm>
            <a:off x="4779792" y="2283700"/>
            <a:ext cx="3660300" cy="428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5" name="Google Shape;25;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sp>
        <p:nvSpPr>
          <p:cNvPr id="27" name="Google Shape;27;p6"/>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28" name="Google Shape;2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9"/>
        <p:cNvGrpSpPr/>
        <p:nvPr/>
      </p:nvGrpSpPr>
      <p:grpSpPr>
        <a:xfrm>
          <a:off x="0" y="0"/>
          <a:ext cx="0" cy="0"/>
          <a:chOff x="0" y="0"/>
          <a:chExt cx="0" cy="0"/>
        </a:xfrm>
      </p:grpSpPr>
      <p:sp>
        <p:nvSpPr>
          <p:cNvPr id="30" name="Google Shape;30;p7"/>
          <p:cNvSpPr/>
          <p:nvPr/>
        </p:nvSpPr>
        <p:spPr>
          <a:xfrm>
            <a:off x="-550" y="-5725"/>
            <a:ext cx="8431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31" name="Google Shape;31;p7"/>
          <p:cNvSpPr txBox="1">
            <a:spLocks noGrp="1"/>
          </p:cNvSpPr>
          <p:nvPr>
            <p:ph type="title"/>
          </p:nvPr>
        </p:nvSpPr>
        <p:spPr>
          <a:xfrm>
            <a:off x="722025" y="1061100"/>
            <a:ext cx="3644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 name="Google Shape;32;p7"/>
          <p:cNvSpPr txBox="1">
            <a:spLocks noGrp="1"/>
          </p:cNvSpPr>
          <p:nvPr>
            <p:ph type="subTitle" idx="1"/>
          </p:nvPr>
        </p:nvSpPr>
        <p:spPr>
          <a:xfrm>
            <a:off x="722033" y="2158025"/>
            <a:ext cx="3644700" cy="170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Font typeface="Figtree Light"/>
              <a:buChar char="●"/>
              <a:defRPr/>
            </a:lvl1pPr>
            <a:lvl2pPr lvl="1" algn="ctr" rtl="0">
              <a:lnSpc>
                <a:spcPct val="100000"/>
              </a:lnSpc>
              <a:spcBef>
                <a:spcPts val="0"/>
              </a:spcBef>
              <a:spcAft>
                <a:spcPts val="0"/>
              </a:spcAft>
              <a:buClr>
                <a:srgbClr val="E76A28"/>
              </a:buClr>
              <a:buSzPts val="1200"/>
              <a:buFont typeface="Nunito Light"/>
              <a:buChar char="○"/>
              <a:defRPr/>
            </a:lvl2pPr>
            <a:lvl3pPr lvl="2" algn="ctr" rtl="0">
              <a:lnSpc>
                <a:spcPct val="100000"/>
              </a:lnSpc>
              <a:spcBef>
                <a:spcPts val="0"/>
              </a:spcBef>
              <a:spcAft>
                <a:spcPts val="0"/>
              </a:spcAft>
              <a:buClr>
                <a:srgbClr val="E76A28"/>
              </a:buClr>
              <a:buSzPts val="1200"/>
              <a:buFont typeface="Nunito Light"/>
              <a:buChar char="■"/>
              <a:defRPr/>
            </a:lvl3pPr>
            <a:lvl4pPr lvl="3" algn="ctr" rtl="0">
              <a:lnSpc>
                <a:spcPct val="100000"/>
              </a:lnSpc>
              <a:spcBef>
                <a:spcPts val="0"/>
              </a:spcBef>
              <a:spcAft>
                <a:spcPts val="0"/>
              </a:spcAft>
              <a:buClr>
                <a:srgbClr val="E76A28"/>
              </a:buClr>
              <a:buSzPts val="1200"/>
              <a:buFont typeface="Nunito Light"/>
              <a:buChar char="●"/>
              <a:defRPr/>
            </a:lvl4pPr>
            <a:lvl5pPr lvl="4" algn="ctr" rtl="0">
              <a:lnSpc>
                <a:spcPct val="100000"/>
              </a:lnSpc>
              <a:spcBef>
                <a:spcPts val="0"/>
              </a:spcBef>
              <a:spcAft>
                <a:spcPts val="0"/>
              </a:spcAft>
              <a:buClr>
                <a:srgbClr val="E76A28"/>
              </a:buClr>
              <a:buSzPts val="1200"/>
              <a:buFont typeface="Nunito Light"/>
              <a:buChar char="○"/>
              <a:defRPr/>
            </a:lvl5pPr>
            <a:lvl6pPr lvl="5" algn="ctr" rtl="0">
              <a:lnSpc>
                <a:spcPct val="100000"/>
              </a:lnSpc>
              <a:spcBef>
                <a:spcPts val="0"/>
              </a:spcBef>
              <a:spcAft>
                <a:spcPts val="0"/>
              </a:spcAft>
              <a:buClr>
                <a:srgbClr val="999999"/>
              </a:buClr>
              <a:buSzPts val="1200"/>
              <a:buFont typeface="Nunito Light"/>
              <a:buChar char="■"/>
              <a:defRPr/>
            </a:lvl6pPr>
            <a:lvl7pPr lvl="6" algn="ctr" rtl="0">
              <a:lnSpc>
                <a:spcPct val="100000"/>
              </a:lnSpc>
              <a:spcBef>
                <a:spcPts val="0"/>
              </a:spcBef>
              <a:spcAft>
                <a:spcPts val="0"/>
              </a:spcAft>
              <a:buClr>
                <a:srgbClr val="999999"/>
              </a:buClr>
              <a:buSzPts val="1200"/>
              <a:buFont typeface="Nunito Light"/>
              <a:buChar char="●"/>
              <a:defRPr/>
            </a:lvl7pPr>
            <a:lvl8pPr lvl="7" algn="ctr" rtl="0">
              <a:lnSpc>
                <a:spcPct val="100000"/>
              </a:lnSpc>
              <a:spcBef>
                <a:spcPts val="0"/>
              </a:spcBef>
              <a:spcAft>
                <a:spcPts val="0"/>
              </a:spcAft>
              <a:buClr>
                <a:srgbClr val="999999"/>
              </a:buClr>
              <a:buSzPts val="1200"/>
              <a:buFont typeface="Nunito Light"/>
              <a:buChar char="○"/>
              <a:defRPr/>
            </a:lvl8pPr>
            <a:lvl9pPr lvl="8" algn="ctr" rtl="0">
              <a:lnSpc>
                <a:spcPct val="100000"/>
              </a:lnSpc>
              <a:spcBef>
                <a:spcPts val="0"/>
              </a:spcBef>
              <a:spcAft>
                <a:spcPts val="0"/>
              </a:spcAft>
              <a:buClr>
                <a:srgbClr val="999999"/>
              </a:buClr>
              <a:buSzPts val="1200"/>
              <a:buFont typeface="Nunito Light"/>
              <a:buChar char="■"/>
              <a:defRPr/>
            </a:lvl9pPr>
          </a:lstStyle>
          <a:p>
            <a:endParaRPr/>
          </a:p>
        </p:txBody>
      </p:sp>
      <p:sp>
        <p:nvSpPr>
          <p:cNvPr id="33" name="Google Shape;33;p7"/>
          <p:cNvSpPr>
            <a:spLocks noGrp="1"/>
          </p:cNvSpPr>
          <p:nvPr>
            <p:ph type="pic" idx="2"/>
          </p:nvPr>
        </p:nvSpPr>
        <p:spPr>
          <a:xfrm>
            <a:off x="4759350" y="539500"/>
            <a:ext cx="3063600" cy="40644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dk2"/>
        </a:solidFill>
        <a:effectLst/>
      </p:bgPr>
    </p:bg>
    <p:spTree>
      <p:nvGrpSpPr>
        <p:cNvPr id="1" name="Shape 34"/>
        <p:cNvGrpSpPr/>
        <p:nvPr/>
      </p:nvGrpSpPr>
      <p:grpSpPr>
        <a:xfrm>
          <a:off x="0" y="0"/>
          <a:ext cx="0" cy="0"/>
          <a:chOff x="0" y="0"/>
          <a:chExt cx="0" cy="0"/>
        </a:xfrm>
      </p:grpSpPr>
      <p:sp>
        <p:nvSpPr>
          <p:cNvPr id="35" name="Google Shape;35;p8"/>
          <p:cNvSpPr/>
          <p:nvPr/>
        </p:nvSpPr>
        <p:spPr>
          <a:xfrm>
            <a:off x="5476950" y="323475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36" name="Google Shape;36;p8"/>
          <p:cNvSpPr/>
          <p:nvPr/>
        </p:nvSpPr>
        <p:spPr>
          <a:xfrm>
            <a:off x="0" y="1270625"/>
            <a:ext cx="7203600" cy="2563500"/>
          </a:xfrm>
          <a:prstGeom prst="rect">
            <a:avLst/>
          </a:prstGeom>
          <a:solidFill>
            <a:srgbClr val="F9FDF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grpSp>
        <p:nvGrpSpPr>
          <p:cNvPr id="37" name="Google Shape;37;p8"/>
          <p:cNvGrpSpPr/>
          <p:nvPr/>
        </p:nvGrpSpPr>
        <p:grpSpPr>
          <a:xfrm rot="5400000">
            <a:off x="5087575" y="-168435"/>
            <a:ext cx="615152" cy="2716009"/>
            <a:chOff x="6482900" y="1354425"/>
            <a:chExt cx="235600" cy="1829825"/>
          </a:xfrm>
        </p:grpSpPr>
        <p:sp>
          <p:nvSpPr>
            <p:cNvPr id="38" name="Google Shape;38;p8"/>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8"/>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8"/>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8"/>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8"/>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8"/>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8"/>
          <p:cNvSpPr txBox="1">
            <a:spLocks noGrp="1"/>
          </p:cNvSpPr>
          <p:nvPr>
            <p:ph type="title"/>
          </p:nvPr>
        </p:nvSpPr>
        <p:spPr>
          <a:xfrm>
            <a:off x="713225" y="1307100"/>
            <a:ext cx="4508100" cy="25293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2"/>
        </a:solidFill>
        <a:effectLst/>
      </p:bgPr>
    </p:bg>
    <p:spTree>
      <p:nvGrpSpPr>
        <p:cNvPr id="1" name="Shape 53"/>
        <p:cNvGrpSpPr/>
        <p:nvPr/>
      </p:nvGrpSpPr>
      <p:grpSpPr>
        <a:xfrm>
          <a:off x="0" y="0"/>
          <a:ext cx="0" cy="0"/>
          <a:chOff x="0" y="0"/>
          <a:chExt cx="0" cy="0"/>
        </a:xfrm>
      </p:grpSpPr>
      <p:sp>
        <p:nvSpPr>
          <p:cNvPr id="54" name="Google Shape;54;p9"/>
          <p:cNvSpPr/>
          <p:nvPr/>
        </p:nvSpPr>
        <p:spPr>
          <a:xfrm>
            <a:off x="513300" y="637825"/>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5" name="Google Shape;55;p9"/>
          <p:cNvSpPr/>
          <p:nvPr/>
        </p:nvSpPr>
        <p:spPr>
          <a:xfrm>
            <a:off x="0" y="1270625"/>
            <a:ext cx="7203600" cy="2563500"/>
          </a:xfrm>
          <a:prstGeom prst="rect">
            <a:avLst/>
          </a:prstGeom>
          <a:solidFill>
            <a:srgbClr val="F9FDF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56" name="Google Shape;56;p9"/>
          <p:cNvSpPr txBox="1">
            <a:spLocks noGrp="1"/>
          </p:cNvSpPr>
          <p:nvPr>
            <p:ph type="title"/>
          </p:nvPr>
        </p:nvSpPr>
        <p:spPr>
          <a:xfrm>
            <a:off x="713225" y="1254000"/>
            <a:ext cx="4872900" cy="1964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7" name="Google Shape;57;p9"/>
          <p:cNvSpPr txBox="1">
            <a:spLocks noGrp="1"/>
          </p:cNvSpPr>
          <p:nvPr>
            <p:ph type="subTitle" idx="1"/>
          </p:nvPr>
        </p:nvSpPr>
        <p:spPr>
          <a:xfrm>
            <a:off x="713225" y="3218400"/>
            <a:ext cx="4872900" cy="671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6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grpSp>
        <p:nvGrpSpPr>
          <p:cNvPr id="58" name="Google Shape;58;p9"/>
          <p:cNvGrpSpPr/>
          <p:nvPr/>
        </p:nvGrpSpPr>
        <p:grpSpPr>
          <a:xfrm rot="5400000">
            <a:off x="6598275" y="2486040"/>
            <a:ext cx="615152" cy="2716009"/>
            <a:chOff x="6482900" y="1354425"/>
            <a:chExt cx="235600" cy="1829825"/>
          </a:xfrm>
        </p:grpSpPr>
        <p:sp>
          <p:nvSpPr>
            <p:cNvPr id="59" name="Google Shape;59;p9"/>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9"/>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9"/>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9"/>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9"/>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9"/>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9"/>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9"/>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9"/>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9"/>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9"/>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9"/>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3"/>
        <p:cNvGrpSpPr/>
        <p:nvPr/>
      </p:nvGrpSpPr>
      <p:grpSpPr>
        <a:xfrm>
          <a:off x="0" y="0"/>
          <a:ext cx="0" cy="0"/>
          <a:chOff x="0" y="0"/>
          <a:chExt cx="0" cy="0"/>
        </a:xfrm>
      </p:grpSpPr>
      <p:sp>
        <p:nvSpPr>
          <p:cNvPr id="74" name="Google Shape;74;p10"/>
          <p:cNvSpPr>
            <a:spLocks noGrp="1"/>
          </p:cNvSpPr>
          <p:nvPr>
            <p:ph type="pic" idx="2"/>
          </p:nvPr>
        </p:nvSpPr>
        <p:spPr>
          <a:xfrm>
            <a:off x="-50" y="0"/>
            <a:ext cx="9144000" cy="5143500"/>
          </a:xfrm>
          <a:prstGeom prst="rect">
            <a:avLst/>
          </a:prstGeom>
          <a:noFill/>
          <a:ln>
            <a:noFill/>
          </a:ln>
        </p:spPr>
      </p:sp>
      <p:sp>
        <p:nvSpPr>
          <p:cNvPr id="75" name="Google Shape;75;p10"/>
          <p:cNvSpPr txBox="1">
            <a:spLocks noGrp="1"/>
          </p:cNvSpPr>
          <p:nvPr>
            <p:ph type="title"/>
          </p:nvPr>
        </p:nvSpPr>
        <p:spPr>
          <a:xfrm>
            <a:off x="713225" y="1914625"/>
            <a:ext cx="3094200" cy="875700"/>
          </a:xfrm>
          <a:prstGeom prst="rect">
            <a:avLst/>
          </a:prstGeom>
          <a:solidFill>
            <a:schemeClr val="lt1"/>
          </a:solidFill>
        </p:spPr>
        <p:txBody>
          <a:bodyPr spcFirstLastPara="1" wrap="square" lIns="91425" tIns="91425" rIns="91425" bIns="91425" anchor="t" anchorCtr="0">
            <a:noAutofit/>
          </a:bodyPr>
          <a:lstStyle>
            <a:lvl1pPr lvl="0" rtl="0">
              <a:spcBef>
                <a:spcPts val="0"/>
              </a:spcBef>
              <a:spcAft>
                <a:spcPts val="0"/>
              </a:spcAft>
              <a:buSzPts val="3000"/>
              <a:buNone/>
              <a:defRPr sz="24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2"/>
        </a:solidFill>
        <a:effectLst/>
      </p:bgPr>
    </p:bg>
    <p:spTree>
      <p:nvGrpSpPr>
        <p:cNvPr id="1" name="Shape 76"/>
        <p:cNvGrpSpPr/>
        <p:nvPr/>
      </p:nvGrpSpPr>
      <p:grpSpPr>
        <a:xfrm>
          <a:off x="0" y="0"/>
          <a:ext cx="0" cy="0"/>
          <a:chOff x="0" y="0"/>
          <a:chExt cx="0" cy="0"/>
        </a:xfrm>
      </p:grpSpPr>
      <p:sp>
        <p:nvSpPr>
          <p:cNvPr id="77" name="Google Shape;77;p11"/>
          <p:cNvSpPr txBox="1">
            <a:spLocks noGrp="1"/>
          </p:cNvSpPr>
          <p:nvPr>
            <p:ph type="title" hasCustomPrompt="1"/>
          </p:nvPr>
        </p:nvSpPr>
        <p:spPr>
          <a:xfrm>
            <a:off x="713225" y="1379525"/>
            <a:ext cx="5963400" cy="1378800"/>
          </a:xfrm>
          <a:prstGeom prst="rect">
            <a:avLst/>
          </a:prstGeom>
        </p:spPr>
        <p:txBody>
          <a:bodyPr spcFirstLastPara="1" wrap="square" lIns="91425" tIns="91425" rIns="91425" bIns="91425" anchor="b" anchorCtr="0">
            <a:noAutofit/>
          </a:bodyPr>
          <a:lstStyle>
            <a:lvl1pPr lvl="0">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78" name="Google Shape;78;p11"/>
          <p:cNvSpPr txBox="1">
            <a:spLocks noGrp="1"/>
          </p:cNvSpPr>
          <p:nvPr>
            <p:ph type="subTitle" idx="1"/>
          </p:nvPr>
        </p:nvSpPr>
        <p:spPr>
          <a:xfrm>
            <a:off x="713225" y="2826253"/>
            <a:ext cx="59634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7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0"/>
        <p:cNvGrpSpPr/>
        <p:nvPr/>
      </p:nvGrpSpPr>
      <p:grpSpPr>
        <a:xfrm>
          <a:off x="0" y="0"/>
          <a:ext cx="0" cy="0"/>
          <a:chOff x="0" y="0"/>
          <a:chExt cx="0" cy="0"/>
        </a:xfrm>
      </p:grpSpPr>
      <p:sp>
        <p:nvSpPr>
          <p:cNvPr id="81" name="Google Shape;81;p13"/>
          <p:cNvSpPr/>
          <p:nvPr/>
        </p:nvSpPr>
        <p:spPr>
          <a:xfrm>
            <a:off x="1417275" y="-5725"/>
            <a:ext cx="77265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82" name="Google Shape;82;p13"/>
          <p:cNvSpPr txBox="1">
            <a:spLocks noGrp="1"/>
          </p:cNvSpPr>
          <p:nvPr>
            <p:ph type="title"/>
          </p:nvPr>
        </p:nvSpPr>
        <p:spPr>
          <a:xfrm>
            <a:off x="2320200" y="445025"/>
            <a:ext cx="6103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3" name="Google Shape;83;p13"/>
          <p:cNvSpPr txBox="1">
            <a:spLocks noGrp="1"/>
          </p:cNvSpPr>
          <p:nvPr>
            <p:ph type="title" idx="2" hasCustomPrompt="1"/>
          </p:nvPr>
        </p:nvSpPr>
        <p:spPr>
          <a:xfrm>
            <a:off x="2450125" y="1584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4" name="Google Shape;84;p13"/>
          <p:cNvSpPr txBox="1">
            <a:spLocks noGrp="1"/>
          </p:cNvSpPr>
          <p:nvPr>
            <p:ph type="title" idx="3" hasCustomPrompt="1"/>
          </p:nvPr>
        </p:nvSpPr>
        <p:spPr>
          <a:xfrm>
            <a:off x="2450125" y="3017802"/>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5" name="Google Shape;85;p13"/>
          <p:cNvSpPr txBox="1">
            <a:spLocks noGrp="1"/>
          </p:cNvSpPr>
          <p:nvPr>
            <p:ph type="title" idx="4" hasCustomPrompt="1"/>
          </p:nvPr>
        </p:nvSpPr>
        <p:spPr>
          <a:xfrm>
            <a:off x="4387400" y="1584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6" name="Google Shape;86;p13"/>
          <p:cNvSpPr txBox="1">
            <a:spLocks noGrp="1"/>
          </p:cNvSpPr>
          <p:nvPr>
            <p:ph type="title" idx="5" hasCustomPrompt="1"/>
          </p:nvPr>
        </p:nvSpPr>
        <p:spPr>
          <a:xfrm>
            <a:off x="4387400" y="3017802"/>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7" name="Google Shape;87;p13"/>
          <p:cNvSpPr txBox="1">
            <a:spLocks noGrp="1"/>
          </p:cNvSpPr>
          <p:nvPr>
            <p:ph type="title" idx="6" hasCustomPrompt="1"/>
          </p:nvPr>
        </p:nvSpPr>
        <p:spPr>
          <a:xfrm>
            <a:off x="6324675" y="1584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8" name="Google Shape;88;p13"/>
          <p:cNvSpPr txBox="1">
            <a:spLocks noGrp="1"/>
          </p:cNvSpPr>
          <p:nvPr>
            <p:ph type="title" idx="7" hasCustomPrompt="1"/>
          </p:nvPr>
        </p:nvSpPr>
        <p:spPr>
          <a:xfrm>
            <a:off x="6324675" y="3017802"/>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9" name="Google Shape;89;p13"/>
          <p:cNvSpPr txBox="1">
            <a:spLocks noGrp="1"/>
          </p:cNvSpPr>
          <p:nvPr>
            <p:ph type="subTitle" idx="1"/>
          </p:nvPr>
        </p:nvSpPr>
        <p:spPr>
          <a:xfrm>
            <a:off x="2450115" y="2027075"/>
            <a:ext cx="15891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0" name="Google Shape;90;p13"/>
          <p:cNvSpPr txBox="1">
            <a:spLocks noGrp="1"/>
          </p:cNvSpPr>
          <p:nvPr>
            <p:ph type="subTitle" idx="8"/>
          </p:nvPr>
        </p:nvSpPr>
        <p:spPr>
          <a:xfrm>
            <a:off x="4387390" y="202707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1" name="Google Shape;91;p13"/>
          <p:cNvSpPr txBox="1">
            <a:spLocks noGrp="1"/>
          </p:cNvSpPr>
          <p:nvPr>
            <p:ph type="subTitle" idx="9"/>
          </p:nvPr>
        </p:nvSpPr>
        <p:spPr>
          <a:xfrm>
            <a:off x="6324665" y="202707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2" name="Google Shape;92;p13"/>
          <p:cNvSpPr txBox="1">
            <a:spLocks noGrp="1"/>
          </p:cNvSpPr>
          <p:nvPr>
            <p:ph type="subTitle" idx="13"/>
          </p:nvPr>
        </p:nvSpPr>
        <p:spPr>
          <a:xfrm>
            <a:off x="2450115" y="3460425"/>
            <a:ext cx="15891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3" name="Google Shape;93;p13"/>
          <p:cNvSpPr txBox="1">
            <a:spLocks noGrp="1"/>
          </p:cNvSpPr>
          <p:nvPr>
            <p:ph type="subTitle" idx="14"/>
          </p:nvPr>
        </p:nvSpPr>
        <p:spPr>
          <a:xfrm>
            <a:off x="4387390" y="346042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4" name="Google Shape;94;p13"/>
          <p:cNvSpPr txBox="1">
            <a:spLocks noGrp="1"/>
          </p:cNvSpPr>
          <p:nvPr>
            <p:ph type="subTitle" idx="15"/>
          </p:nvPr>
        </p:nvSpPr>
        <p:spPr>
          <a:xfrm>
            <a:off x="6324665" y="346042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p:cSld name="CUSTOM_4">
    <p:spTree>
      <p:nvGrpSpPr>
        <p:cNvPr id="1" name="Shape 95"/>
        <p:cNvGrpSpPr/>
        <p:nvPr/>
      </p:nvGrpSpPr>
      <p:grpSpPr>
        <a:xfrm>
          <a:off x="0" y="0"/>
          <a:ext cx="0" cy="0"/>
          <a:chOff x="0" y="0"/>
          <a:chExt cx="0" cy="0"/>
        </a:xfrm>
      </p:grpSpPr>
      <p:sp>
        <p:nvSpPr>
          <p:cNvPr id="96" name="Google Shape;96;p14"/>
          <p:cNvSpPr/>
          <p:nvPr/>
        </p:nvSpPr>
        <p:spPr>
          <a:xfrm>
            <a:off x="-550" y="-5725"/>
            <a:ext cx="8431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97" name="Google Shape;97;p14"/>
          <p:cNvSpPr>
            <a:spLocks noGrp="1"/>
          </p:cNvSpPr>
          <p:nvPr>
            <p:ph type="pic" idx="2"/>
          </p:nvPr>
        </p:nvSpPr>
        <p:spPr>
          <a:xfrm>
            <a:off x="713225" y="1733175"/>
            <a:ext cx="2393400" cy="2871000"/>
          </a:xfrm>
          <a:prstGeom prst="rect">
            <a:avLst/>
          </a:prstGeom>
          <a:noFill/>
          <a:ln>
            <a:noFill/>
          </a:ln>
        </p:spPr>
      </p:sp>
      <p:sp>
        <p:nvSpPr>
          <p:cNvPr id="98" name="Google Shape;98;p14"/>
          <p:cNvSpPr>
            <a:spLocks noGrp="1"/>
          </p:cNvSpPr>
          <p:nvPr>
            <p:ph type="pic" idx="3"/>
          </p:nvPr>
        </p:nvSpPr>
        <p:spPr>
          <a:xfrm>
            <a:off x="5647375" y="539500"/>
            <a:ext cx="2175600" cy="1782300"/>
          </a:xfrm>
          <a:prstGeom prst="rect">
            <a:avLst/>
          </a:prstGeom>
          <a:noFill/>
          <a:ln>
            <a:noFill/>
          </a:ln>
        </p:spPr>
      </p:sp>
      <p:sp>
        <p:nvSpPr>
          <p:cNvPr id="99" name="Google Shape;99;p14"/>
          <p:cNvSpPr>
            <a:spLocks noGrp="1"/>
          </p:cNvSpPr>
          <p:nvPr>
            <p:ph type="pic" idx="4"/>
          </p:nvPr>
        </p:nvSpPr>
        <p:spPr>
          <a:xfrm>
            <a:off x="5647375" y="2393925"/>
            <a:ext cx="2175600" cy="2210100"/>
          </a:xfrm>
          <a:prstGeom prst="rect">
            <a:avLst/>
          </a:prstGeom>
          <a:noFill/>
          <a:ln>
            <a:noFill/>
          </a:ln>
        </p:spPr>
      </p:sp>
      <p:sp>
        <p:nvSpPr>
          <p:cNvPr id="100" name="Google Shape;100;p14"/>
          <p:cNvSpPr txBox="1">
            <a:spLocks noGrp="1"/>
          </p:cNvSpPr>
          <p:nvPr>
            <p:ph type="title"/>
          </p:nvPr>
        </p:nvSpPr>
        <p:spPr>
          <a:xfrm>
            <a:off x="713225" y="546316"/>
            <a:ext cx="2103600" cy="9510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1" name="Google Shape;101;p14"/>
          <p:cNvSpPr txBox="1">
            <a:spLocks noGrp="1"/>
          </p:cNvSpPr>
          <p:nvPr>
            <p:ph type="subTitle" idx="1"/>
          </p:nvPr>
        </p:nvSpPr>
        <p:spPr>
          <a:xfrm>
            <a:off x="2974275" y="546241"/>
            <a:ext cx="2498100" cy="951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02" name="Google Shape;102;p14"/>
          <p:cNvSpPr>
            <a:spLocks noGrp="1"/>
          </p:cNvSpPr>
          <p:nvPr>
            <p:ph type="pic" idx="5"/>
          </p:nvPr>
        </p:nvSpPr>
        <p:spPr>
          <a:xfrm>
            <a:off x="3180300" y="1733175"/>
            <a:ext cx="2393400" cy="2871000"/>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1">
  <p:cSld name="CUSTOM_10">
    <p:spTree>
      <p:nvGrpSpPr>
        <p:cNvPr id="1" name="Shape 103"/>
        <p:cNvGrpSpPr/>
        <p:nvPr/>
      </p:nvGrpSpPr>
      <p:grpSpPr>
        <a:xfrm>
          <a:off x="0" y="0"/>
          <a:ext cx="0" cy="0"/>
          <a:chOff x="0" y="0"/>
          <a:chExt cx="0" cy="0"/>
        </a:xfrm>
      </p:grpSpPr>
      <p:sp>
        <p:nvSpPr>
          <p:cNvPr id="104" name="Google Shape;104;p15"/>
          <p:cNvSpPr/>
          <p:nvPr/>
        </p:nvSpPr>
        <p:spPr>
          <a:xfrm>
            <a:off x="-63200" y="-34100"/>
            <a:ext cx="9251100" cy="40767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05" name="Google Shape;105;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6" name="Google Shape;106;p15"/>
          <p:cNvSpPr txBox="1">
            <a:spLocks noGrp="1"/>
          </p:cNvSpPr>
          <p:nvPr>
            <p:ph type="body" idx="1"/>
          </p:nvPr>
        </p:nvSpPr>
        <p:spPr>
          <a:xfrm>
            <a:off x="720000" y="1215751"/>
            <a:ext cx="7704000" cy="3180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1">
  <p:cSld name="CUSTOM_10_1">
    <p:spTree>
      <p:nvGrpSpPr>
        <p:cNvPr id="1" name="Shape 107"/>
        <p:cNvGrpSpPr/>
        <p:nvPr/>
      </p:nvGrpSpPr>
      <p:grpSpPr>
        <a:xfrm>
          <a:off x="0" y="0"/>
          <a:ext cx="0" cy="0"/>
          <a:chOff x="0" y="0"/>
          <a:chExt cx="0" cy="0"/>
        </a:xfrm>
      </p:grpSpPr>
      <p:sp>
        <p:nvSpPr>
          <p:cNvPr id="108" name="Google Shape;108;p16"/>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09" name="Google Shape;109;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0" name="Google Shape;110;p16"/>
          <p:cNvSpPr txBox="1">
            <a:spLocks noGrp="1"/>
          </p:cNvSpPr>
          <p:nvPr>
            <p:ph type="body" idx="1"/>
          </p:nvPr>
        </p:nvSpPr>
        <p:spPr>
          <a:xfrm>
            <a:off x="720000" y="1215750"/>
            <a:ext cx="3852000" cy="1176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Anaheim"/>
              <a:buChar char="●"/>
              <a:defRPr/>
            </a:lvl1pPr>
            <a:lvl2pPr marL="914400" lvl="1" indent="-317500" rtl="0">
              <a:lnSpc>
                <a:spcPct val="100000"/>
              </a:lnSpc>
              <a:spcBef>
                <a:spcPts val="0"/>
              </a:spcBef>
              <a:spcAft>
                <a:spcPts val="0"/>
              </a:spcAft>
              <a:buSzPts val="1400"/>
              <a:buFont typeface="Anaheim"/>
              <a:buChar char="○"/>
              <a:defRPr/>
            </a:lvl2pPr>
            <a:lvl3pPr marL="1371600" lvl="2" indent="-317500" rtl="0">
              <a:lnSpc>
                <a:spcPct val="100000"/>
              </a:lnSpc>
              <a:spcBef>
                <a:spcPts val="0"/>
              </a:spcBef>
              <a:spcAft>
                <a:spcPts val="0"/>
              </a:spcAft>
              <a:buSzPts val="1400"/>
              <a:buFont typeface="Anaheim"/>
              <a:buChar char="■"/>
              <a:defRPr/>
            </a:lvl3pPr>
            <a:lvl4pPr marL="1828800" lvl="3" indent="-317500" rtl="0">
              <a:lnSpc>
                <a:spcPct val="100000"/>
              </a:lnSpc>
              <a:spcBef>
                <a:spcPts val="0"/>
              </a:spcBef>
              <a:spcAft>
                <a:spcPts val="0"/>
              </a:spcAft>
              <a:buSzPts val="1400"/>
              <a:buFont typeface="Anaheim"/>
              <a:buChar char="●"/>
              <a:defRPr/>
            </a:lvl4pPr>
            <a:lvl5pPr marL="2286000" lvl="4" indent="-317500" rtl="0">
              <a:lnSpc>
                <a:spcPct val="100000"/>
              </a:lnSpc>
              <a:spcBef>
                <a:spcPts val="0"/>
              </a:spcBef>
              <a:spcAft>
                <a:spcPts val="0"/>
              </a:spcAft>
              <a:buSzPts val="1400"/>
              <a:buFont typeface="Anaheim"/>
              <a:buChar char="○"/>
              <a:defRPr/>
            </a:lvl5pPr>
            <a:lvl6pPr marL="2743200" lvl="5" indent="-317500" rtl="0">
              <a:lnSpc>
                <a:spcPct val="100000"/>
              </a:lnSpc>
              <a:spcBef>
                <a:spcPts val="0"/>
              </a:spcBef>
              <a:spcAft>
                <a:spcPts val="0"/>
              </a:spcAft>
              <a:buSzPts val="1400"/>
              <a:buFont typeface="Anaheim"/>
              <a:buChar char="■"/>
              <a:defRPr/>
            </a:lvl6pPr>
            <a:lvl7pPr marL="3200400" lvl="6" indent="-317500" rtl="0">
              <a:lnSpc>
                <a:spcPct val="100000"/>
              </a:lnSpc>
              <a:spcBef>
                <a:spcPts val="0"/>
              </a:spcBef>
              <a:spcAft>
                <a:spcPts val="0"/>
              </a:spcAft>
              <a:buSzPts val="1400"/>
              <a:buFont typeface="Anaheim"/>
              <a:buChar char="●"/>
              <a:defRPr/>
            </a:lvl7pPr>
            <a:lvl8pPr marL="3657600" lvl="7" indent="-317500" rtl="0">
              <a:lnSpc>
                <a:spcPct val="100000"/>
              </a:lnSpc>
              <a:spcBef>
                <a:spcPts val="0"/>
              </a:spcBef>
              <a:spcAft>
                <a:spcPts val="0"/>
              </a:spcAft>
              <a:buSzPts val="1400"/>
              <a:buFont typeface="Anaheim"/>
              <a:buChar char="○"/>
              <a:defRPr/>
            </a:lvl8pPr>
            <a:lvl9pPr marL="4114800" lvl="8" indent="-317500" rtl="0">
              <a:lnSpc>
                <a:spcPct val="100000"/>
              </a:lnSpc>
              <a:spcBef>
                <a:spcPts val="0"/>
              </a:spcBef>
              <a:spcAft>
                <a:spcPts val="0"/>
              </a:spcAft>
              <a:buSzPts val="1400"/>
              <a:buFont typeface="Anaheim"/>
              <a:buChar char="■"/>
              <a:defRPr/>
            </a:lvl9pPr>
          </a:lstStyle>
          <a:p>
            <a:endParaRPr/>
          </a:p>
        </p:txBody>
      </p:sp>
      <p:sp>
        <p:nvSpPr>
          <p:cNvPr id="111" name="Google Shape;111;p16"/>
          <p:cNvSpPr txBox="1">
            <a:spLocks noGrp="1"/>
          </p:cNvSpPr>
          <p:nvPr>
            <p:ph type="body" idx="2"/>
          </p:nvPr>
        </p:nvSpPr>
        <p:spPr>
          <a:xfrm>
            <a:off x="4578775" y="1215750"/>
            <a:ext cx="3852000" cy="2091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Anaheim"/>
              <a:buChar char="●"/>
              <a:defRPr/>
            </a:lvl1pPr>
            <a:lvl2pPr marL="914400" lvl="1" indent="-317500" rtl="0">
              <a:lnSpc>
                <a:spcPct val="100000"/>
              </a:lnSpc>
              <a:spcBef>
                <a:spcPts val="0"/>
              </a:spcBef>
              <a:spcAft>
                <a:spcPts val="0"/>
              </a:spcAft>
              <a:buSzPts val="1400"/>
              <a:buFont typeface="Anaheim"/>
              <a:buChar char="○"/>
              <a:defRPr/>
            </a:lvl2pPr>
            <a:lvl3pPr marL="1371600" lvl="2" indent="-317500" rtl="0">
              <a:lnSpc>
                <a:spcPct val="100000"/>
              </a:lnSpc>
              <a:spcBef>
                <a:spcPts val="0"/>
              </a:spcBef>
              <a:spcAft>
                <a:spcPts val="0"/>
              </a:spcAft>
              <a:buSzPts val="1400"/>
              <a:buFont typeface="Anaheim"/>
              <a:buChar char="■"/>
              <a:defRPr/>
            </a:lvl3pPr>
            <a:lvl4pPr marL="1828800" lvl="3" indent="-317500" rtl="0">
              <a:lnSpc>
                <a:spcPct val="100000"/>
              </a:lnSpc>
              <a:spcBef>
                <a:spcPts val="0"/>
              </a:spcBef>
              <a:spcAft>
                <a:spcPts val="0"/>
              </a:spcAft>
              <a:buSzPts val="1400"/>
              <a:buFont typeface="Anaheim"/>
              <a:buChar char="●"/>
              <a:defRPr/>
            </a:lvl4pPr>
            <a:lvl5pPr marL="2286000" lvl="4" indent="-317500" rtl="0">
              <a:lnSpc>
                <a:spcPct val="100000"/>
              </a:lnSpc>
              <a:spcBef>
                <a:spcPts val="0"/>
              </a:spcBef>
              <a:spcAft>
                <a:spcPts val="0"/>
              </a:spcAft>
              <a:buSzPts val="1400"/>
              <a:buFont typeface="Anaheim"/>
              <a:buChar char="○"/>
              <a:defRPr/>
            </a:lvl5pPr>
            <a:lvl6pPr marL="2743200" lvl="5" indent="-317500" rtl="0">
              <a:lnSpc>
                <a:spcPct val="100000"/>
              </a:lnSpc>
              <a:spcBef>
                <a:spcPts val="0"/>
              </a:spcBef>
              <a:spcAft>
                <a:spcPts val="0"/>
              </a:spcAft>
              <a:buSzPts val="1400"/>
              <a:buFont typeface="Anaheim"/>
              <a:buChar char="■"/>
              <a:defRPr/>
            </a:lvl6pPr>
            <a:lvl7pPr marL="3200400" lvl="6" indent="-317500" rtl="0">
              <a:lnSpc>
                <a:spcPct val="100000"/>
              </a:lnSpc>
              <a:spcBef>
                <a:spcPts val="0"/>
              </a:spcBef>
              <a:spcAft>
                <a:spcPts val="0"/>
              </a:spcAft>
              <a:buSzPts val="1400"/>
              <a:buFont typeface="Anaheim"/>
              <a:buChar char="●"/>
              <a:defRPr/>
            </a:lvl7pPr>
            <a:lvl8pPr marL="3657600" lvl="7" indent="-317500" rtl="0">
              <a:lnSpc>
                <a:spcPct val="100000"/>
              </a:lnSpc>
              <a:spcBef>
                <a:spcPts val="0"/>
              </a:spcBef>
              <a:spcAft>
                <a:spcPts val="0"/>
              </a:spcAft>
              <a:buSzPts val="1400"/>
              <a:buFont typeface="Anaheim"/>
              <a:buChar char="○"/>
              <a:defRPr/>
            </a:lvl8pPr>
            <a:lvl9pPr marL="4114800" lvl="8" indent="-317500" rtl="0">
              <a:lnSpc>
                <a:spcPct val="100000"/>
              </a:lnSpc>
              <a:spcBef>
                <a:spcPts val="0"/>
              </a:spcBef>
              <a:spcAft>
                <a:spcPts val="0"/>
              </a:spcAft>
              <a:buSzPts val="1400"/>
              <a:buFont typeface="Anaheim"/>
              <a:buChar char="■"/>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12"/>
        <p:cNvGrpSpPr/>
        <p:nvPr/>
      </p:nvGrpSpPr>
      <p:grpSpPr>
        <a:xfrm>
          <a:off x="0" y="0"/>
          <a:ext cx="0" cy="0"/>
          <a:chOff x="0" y="0"/>
          <a:chExt cx="0" cy="0"/>
        </a:xfrm>
      </p:grpSpPr>
      <p:sp>
        <p:nvSpPr>
          <p:cNvPr id="113" name="Google Shape;113;p17"/>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14" name="Google Shape;114;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5" name="Google Shape;115;p17"/>
          <p:cNvSpPr txBox="1">
            <a:spLocks noGrp="1"/>
          </p:cNvSpPr>
          <p:nvPr>
            <p:ph type="subTitle" idx="1"/>
          </p:nvPr>
        </p:nvSpPr>
        <p:spPr>
          <a:xfrm>
            <a:off x="724025" y="2732225"/>
            <a:ext cx="2422500" cy="12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6" name="Google Shape;116;p17"/>
          <p:cNvSpPr txBox="1">
            <a:spLocks noGrp="1"/>
          </p:cNvSpPr>
          <p:nvPr>
            <p:ph type="subTitle" idx="2"/>
          </p:nvPr>
        </p:nvSpPr>
        <p:spPr>
          <a:xfrm>
            <a:off x="3270750" y="2732225"/>
            <a:ext cx="2422500" cy="12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7" name="Google Shape;117;p17"/>
          <p:cNvSpPr txBox="1">
            <a:spLocks noGrp="1"/>
          </p:cNvSpPr>
          <p:nvPr>
            <p:ph type="subTitle" idx="3"/>
          </p:nvPr>
        </p:nvSpPr>
        <p:spPr>
          <a:xfrm>
            <a:off x="5817475" y="2732225"/>
            <a:ext cx="2422500" cy="12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8" name="Google Shape;118;p17"/>
          <p:cNvSpPr txBox="1">
            <a:spLocks noGrp="1"/>
          </p:cNvSpPr>
          <p:nvPr>
            <p:ph type="subTitle" idx="4"/>
          </p:nvPr>
        </p:nvSpPr>
        <p:spPr>
          <a:xfrm>
            <a:off x="724025" y="2271200"/>
            <a:ext cx="2422500" cy="444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19" name="Google Shape;119;p17"/>
          <p:cNvSpPr txBox="1">
            <a:spLocks noGrp="1"/>
          </p:cNvSpPr>
          <p:nvPr>
            <p:ph type="subTitle" idx="5"/>
          </p:nvPr>
        </p:nvSpPr>
        <p:spPr>
          <a:xfrm>
            <a:off x="3270754" y="2271200"/>
            <a:ext cx="2422500" cy="444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20" name="Google Shape;120;p17"/>
          <p:cNvSpPr txBox="1">
            <a:spLocks noGrp="1"/>
          </p:cNvSpPr>
          <p:nvPr>
            <p:ph type="subTitle" idx="6"/>
          </p:nvPr>
        </p:nvSpPr>
        <p:spPr>
          <a:xfrm>
            <a:off x="5817476" y="2271200"/>
            <a:ext cx="2422500" cy="444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21"/>
        <p:cNvGrpSpPr/>
        <p:nvPr/>
      </p:nvGrpSpPr>
      <p:grpSpPr>
        <a:xfrm>
          <a:off x="0" y="0"/>
          <a:ext cx="0" cy="0"/>
          <a:chOff x="0" y="0"/>
          <a:chExt cx="0" cy="0"/>
        </a:xfrm>
      </p:grpSpPr>
      <p:sp>
        <p:nvSpPr>
          <p:cNvPr id="122" name="Google Shape;122;p18"/>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23" name="Google Shape;123;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4" name="Google Shape;124;p18"/>
          <p:cNvSpPr txBox="1">
            <a:spLocks noGrp="1"/>
          </p:cNvSpPr>
          <p:nvPr>
            <p:ph type="subTitle" idx="1"/>
          </p:nvPr>
        </p:nvSpPr>
        <p:spPr>
          <a:xfrm>
            <a:off x="713236" y="1732200"/>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5" name="Google Shape;125;p18"/>
          <p:cNvSpPr txBox="1">
            <a:spLocks noGrp="1"/>
          </p:cNvSpPr>
          <p:nvPr>
            <p:ph type="subTitle" idx="2"/>
          </p:nvPr>
        </p:nvSpPr>
        <p:spPr>
          <a:xfrm>
            <a:off x="4539788" y="1732200"/>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6" name="Google Shape;126;p18"/>
          <p:cNvSpPr txBox="1">
            <a:spLocks noGrp="1"/>
          </p:cNvSpPr>
          <p:nvPr>
            <p:ph type="subTitle" idx="3"/>
          </p:nvPr>
        </p:nvSpPr>
        <p:spPr>
          <a:xfrm>
            <a:off x="713236" y="3240375"/>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7" name="Google Shape;127;p18"/>
          <p:cNvSpPr txBox="1">
            <a:spLocks noGrp="1"/>
          </p:cNvSpPr>
          <p:nvPr>
            <p:ph type="subTitle" idx="4"/>
          </p:nvPr>
        </p:nvSpPr>
        <p:spPr>
          <a:xfrm>
            <a:off x="4539788" y="3240375"/>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8" name="Google Shape;128;p18"/>
          <p:cNvSpPr txBox="1">
            <a:spLocks noGrp="1"/>
          </p:cNvSpPr>
          <p:nvPr>
            <p:ph type="subTitle" idx="5"/>
          </p:nvPr>
        </p:nvSpPr>
        <p:spPr>
          <a:xfrm>
            <a:off x="713236" y="136265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29" name="Google Shape;129;p18"/>
          <p:cNvSpPr txBox="1">
            <a:spLocks noGrp="1"/>
          </p:cNvSpPr>
          <p:nvPr>
            <p:ph type="subTitle" idx="6"/>
          </p:nvPr>
        </p:nvSpPr>
        <p:spPr>
          <a:xfrm>
            <a:off x="713236" y="287090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30" name="Google Shape;130;p18"/>
          <p:cNvSpPr txBox="1">
            <a:spLocks noGrp="1"/>
          </p:cNvSpPr>
          <p:nvPr>
            <p:ph type="subTitle" idx="7"/>
          </p:nvPr>
        </p:nvSpPr>
        <p:spPr>
          <a:xfrm>
            <a:off x="4539761" y="136265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31" name="Google Shape;131;p18"/>
          <p:cNvSpPr txBox="1">
            <a:spLocks noGrp="1"/>
          </p:cNvSpPr>
          <p:nvPr>
            <p:ph type="subTitle" idx="8"/>
          </p:nvPr>
        </p:nvSpPr>
        <p:spPr>
          <a:xfrm>
            <a:off x="4539761" y="287090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32"/>
        <p:cNvGrpSpPr/>
        <p:nvPr/>
      </p:nvGrpSpPr>
      <p:grpSpPr>
        <a:xfrm>
          <a:off x="0" y="0"/>
          <a:ext cx="0" cy="0"/>
          <a:chOff x="0" y="0"/>
          <a:chExt cx="0" cy="0"/>
        </a:xfrm>
      </p:grpSpPr>
      <p:sp>
        <p:nvSpPr>
          <p:cNvPr id="133" name="Google Shape;133;p19"/>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34" name="Google Shape;134;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35" name="Google Shape;135;p19"/>
          <p:cNvSpPr txBox="1">
            <a:spLocks noGrp="1"/>
          </p:cNvSpPr>
          <p:nvPr>
            <p:ph type="subTitle" idx="1"/>
          </p:nvPr>
        </p:nvSpPr>
        <p:spPr>
          <a:xfrm>
            <a:off x="720000" y="1642577"/>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6" name="Google Shape;136;p19"/>
          <p:cNvSpPr txBox="1">
            <a:spLocks noGrp="1"/>
          </p:cNvSpPr>
          <p:nvPr>
            <p:ph type="subTitle" idx="2"/>
          </p:nvPr>
        </p:nvSpPr>
        <p:spPr>
          <a:xfrm>
            <a:off x="3371683" y="1642577"/>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7" name="Google Shape;137;p19"/>
          <p:cNvSpPr txBox="1">
            <a:spLocks noGrp="1"/>
          </p:cNvSpPr>
          <p:nvPr>
            <p:ph type="subTitle" idx="3"/>
          </p:nvPr>
        </p:nvSpPr>
        <p:spPr>
          <a:xfrm>
            <a:off x="720000" y="3059450"/>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8" name="Google Shape;138;p19"/>
          <p:cNvSpPr txBox="1">
            <a:spLocks noGrp="1"/>
          </p:cNvSpPr>
          <p:nvPr>
            <p:ph type="subTitle" idx="4"/>
          </p:nvPr>
        </p:nvSpPr>
        <p:spPr>
          <a:xfrm>
            <a:off x="3371683" y="3059450"/>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9" name="Google Shape;139;p19"/>
          <p:cNvSpPr txBox="1">
            <a:spLocks noGrp="1"/>
          </p:cNvSpPr>
          <p:nvPr>
            <p:ph type="subTitle" idx="5"/>
          </p:nvPr>
        </p:nvSpPr>
        <p:spPr>
          <a:xfrm>
            <a:off x="6021900" y="1642577"/>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40" name="Google Shape;140;p19"/>
          <p:cNvSpPr txBox="1">
            <a:spLocks noGrp="1"/>
          </p:cNvSpPr>
          <p:nvPr>
            <p:ph type="subTitle" idx="6"/>
          </p:nvPr>
        </p:nvSpPr>
        <p:spPr>
          <a:xfrm>
            <a:off x="6021900" y="3059450"/>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41" name="Google Shape;141;p19"/>
          <p:cNvSpPr txBox="1">
            <a:spLocks noGrp="1"/>
          </p:cNvSpPr>
          <p:nvPr>
            <p:ph type="subTitle" idx="7"/>
          </p:nvPr>
        </p:nvSpPr>
        <p:spPr>
          <a:xfrm>
            <a:off x="720000" y="1268700"/>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2" name="Google Shape;142;p19"/>
          <p:cNvSpPr txBox="1">
            <a:spLocks noGrp="1"/>
          </p:cNvSpPr>
          <p:nvPr>
            <p:ph type="subTitle" idx="8"/>
          </p:nvPr>
        </p:nvSpPr>
        <p:spPr>
          <a:xfrm>
            <a:off x="3371684" y="1268700"/>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3" name="Google Shape;143;p19"/>
          <p:cNvSpPr txBox="1">
            <a:spLocks noGrp="1"/>
          </p:cNvSpPr>
          <p:nvPr>
            <p:ph type="subTitle" idx="9"/>
          </p:nvPr>
        </p:nvSpPr>
        <p:spPr>
          <a:xfrm>
            <a:off x="6021901" y="1268700"/>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4" name="Google Shape;144;p19"/>
          <p:cNvSpPr txBox="1">
            <a:spLocks noGrp="1"/>
          </p:cNvSpPr>
          <p:nvPr>
            <p:ph type="subTitle" idx="13"/>
          </p:nvPr>
        </p:nvSpPr>
        <p:spPr>
          <a:xfrm>
            <a:off x="720000" y="2682352"/>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5" name="Google Shape;145;p19"/>
          <p:cNvSpPr txBox="1">
            <a:spLocks noGrp="1"/>
          </p:cNvSpPr>
          <p:nvPr>
            <p:ph type="subTitle" idx="14"/>
          </p:nvPr>
        </p:nvSpPr>
        <p:spPr>
          <a:xfrm>
            <a:off x="3371684" y="2682352"/>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6" name="Google Shape;146;p19"/>
          <p:cNvSpPr txBox="1">
            <a:spLocks noGrp="1"/>
          </p:cNvSpPr>
          <p:nvPr>
            <p:ph type="subTitle" idx="15"/>
          </p:nvPr>
        </p:nvSpPr>
        <p:spPr>
          <a:xfrm>
            <a:off x="6021901" y="2682352"/>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CUSTOM_11">
    <p:spTree>
      <p:nvGrpSpPr>
        <p:cNvPr id="1" name="Shape 147"/>
        <p:cNvGrpSpPr/>
        <p:nvPr/>
      </p:nvGrpSpPr>
      <p:grpSpPr>
        <a:xfrm>
          <a:off x="0" y="0"/>
          <a:ext cx="0" cy="0"/>
          <a:chOff x="0" y="0"/>
          <a:chExt cx="0" cy="0"/>
        </a:xfrm>
      </p:grpSpPr>
      <p:sp>
        <p:nvSpPr>
          <p:cNvPr id="148" name="Google Shape;148;p20"/>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49" name="Google Shape;149;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50"/>
        <p:cNvGrpSpPr/>
        <p:nvPr/>
      </p:nvGrpSpPr>
      <p:grpSpPr>
        <a:xfrm>
          <a:off x="0" y="0"/>
          <a:ext cx="0" cy="0"/>
          <a:chOff x="0" y="0"/>
          <a:chExt cx="0" cy="0"/>
        </a:xfrm>
      </p:grpSpPr>
      <p:sp>
        <p:nvSpPr>
          <p:cNvPr id="151" name="Google Shape;151;p21"/>
          <p:cNvSpPr/>
          <p:nvPr/>
        </p:nvSpPr>
        <p:spPr>
          <a:xfrm>
            <a:off x="-63200" y="-34100"/>
            <a:ext cx="9251100" cy="37749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52" name="Google Shape;152;p21"/>
          <p:cNvSpPr txBox="1">
            <a:spLocks noGrp="1"/>
          </p:cNvSpPr>
          <p:nvPr>
            <p:ph type="title"/>
          </p:nvPr>
        </p:nvSpPr>
        <p:spPr>
          <a:xfrm>
            <a:off x="713225" y="1203733"/>
            <a:ext cx="3813600" cy="944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53" name="Google Shape;153;p21"/>
          <p:cNvSpPr txBox="1">
            <a:spLocks noGrp="1"/>
          </p:cNvSpPr>
          <p:nvPr>
            <p:ph type="subTitle" idx="1"/>
          </p:nvPr>
        </p:nvSpPr>
        <p:spPr>
          <a:xfrm>
            <a:off x="713225" y="1974725"/>
            <a:ext cx="3813600" cy="1058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54" name="Google Shape;154;p21"/>
          <p:cNvSpPr txBox="1"/>
          <p:nvPr/>
        </p:nvSpPr>
        <p:spPr>
          <a:xfrm>
            <a:off x="5345575" y="1974725"/>
            <a:ext cx="3085200" cy="6195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Figtree"/>
                <a:ea typeface="Figtree"/>
                <a:cs typeface="Figtree"/>
                <a:sym typeface="Figtree"/>
              </a:rPr>
              <a:t>CREDITS:</a:t>
            </a:r>
            <a:r>
              <a:rPr lang="en" sz="1000">
                <a:solidFill>
                  <a:schemeClr val="dk1"/>
                </a:solidFill>
                <a:latin typeface="Figtree"/>
                <a:ea typeface="Figtree"/>
                <a:cs typeface="Figtree"/>
                <a:sym typeface="Figtree"/>
              </a:rPr>
              <a:t> This presentation template was created by </a:t>
            </a:r>
            <a:r>
              <a:rPr lang="en" sz="1000" b="1" u="sng">
                <a:solidFill>
                  <a:schemeClr val="dk1"/>
                </a:solidFill>
                <a:latin typeface="Figtree"/>
                <a:ea typeface="Figtree"/>
                <a:cs typeface="Figtree"/>
                <a:sym typeface="Figtree"/>
                <a:hlinkClick r:id="rId2">
                  <a:extLst>
                    <a:ext uri="{A12FA001-AC4F-418D-AE19-62706E023703}">
                      <ahyp:hlinkClr xmlns:ahyp="http://schemas.microsoft.com/office/drawing/2018/hyperlinkcolor" val="tx"/>
                    </a:ext>
                  </a:extLst>
                </a:hlinkClick>
              </a:rPr>
              <a:t>Slidesgo</a:t>
            </a:r>
            <a:r>
              <a:rPr lang="en" sz="1000">
                <a:solidFill>
                  <a:schemeClr val="dk1"/>
                </a:solidFill>
                <a:latin typeface="Figtree"/>
                <a:ea typeface="Figtree"/>
                <a:cs typeface="Figtree"/>
                <a:sym typeface="Figtree"/>
              </a:rPr>
              <a:t>, and includes icons by </a:t>
            </a:r>
            <a:r>
              <a:rPr lang="en" sz="1000" b="1" u="sng">
                <a:solidFill>
                  <a:schemeClr val="dk1"/>
                </a:solidFill>
                <a:latin typeface="Figtree"/>
                <a:ea typeface="Figtree"/>
                <a:cs typeface="Figtree"/>
                <a:sym typeface="Figtree"/>
                <a:hlinkClick r:id="rId3">
                  <a:extLst>
                    <a:ext uri="{A12FA001-AC4F-418D-AE19-62706E023703}">
                      <ahyp:hlinkClr xmlns:ahyp="http://schemas.microsoft.com/office/drawing/2018/hyperlinkcolor" val="tx"/>
                    </a:ext>
                  </a:extLst>
                </a:hlinkClick>
              </a:rPr>
              <a:t>Flaticon</a:t>
            </a:r>
            <a:r>
              <a:rPr lang="en" sz="1000">
                <a:solidFill>
                  <a:schemeClr val="dk1"/>
                </a:solidFill>
                <a:latin typeface="Figtree"/>
                <a:ea typeface="Figtree"/>
                <a:cs typeface="Figtree"/>
                <a:sym typeface="Figtree"/>
              </a:rPr>
              <a:t>, and infographics &amp; images by </a:t>
            </a:r>
            <a:r>
              <a:rPr lang="en" sz="1000" b="1" u="sng">
                <a:solidFill>
                  <a:schemeClr val="dk1"/>
                </a:solidFill>
                <a:latin typeface="Figtree"/>
                <a:ea typeface="Figtree"/>
                <a:cs typeface="Figtree"/>
                <a:sym typeface="Figtree"/>
                <a:hlinkClick r:id="rId4">
                  <a:extLst>
                    <a:ext uri="{A12FA001-AC4F-418D-AE19-62706E023703}">
                      <ahyp:hlinkClr xmlns:ahyp="http://schemas.microsoft.com/office/drawing/2018/hyperlinkcolor" val="tx"/>
                    </a:ext>
                  </a:extLst>
                </a:hlinkClick>
              </a:rPr>
              <a:t>Freepik</a:t>
            </a:r>
            <a:r>
              <a:rPr lang="en" sz="1000" u="sng">
                <a:solidFill>
                  <a:schemeClr val="dk1"/>
                </a:solidFill>
                <a:latin typeface="Figtree"/>
                <a:ea typeface="Figtree"/>
                <a:cs typeface="Figtree"/>
                <a:sym typeface="Figtree"/>
              </a:rPr>
              <a:t> </a:t>
            </a:r>
            <a:endParaRPr sz="1000" b="1" u="sng">
              <a:solidFill>
                <a:schemeClr val="dk1"/>
              </a:solidFill>
              <a:latin typeface="Figtree"/>
              <a:ea typeface="Figtree"/>
              <a:cs typeface="Figtree"/>
              <a:sym typeface="Figtree"/>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55"/>
        <p:cNvGrpSpPr/>
        <p:nvPr/>
      </p:nvGrpSpPr>
      <p:grpSpPr>
        <a:xfrm>
          <a:off x="0" y="0"/>
          <a:ext cx="0" cy="0"/>
          <a:chOff x="0" y="0"/>
          <a:chExt cx="0" cy="0"/>
        </a:xfrm>
      </p:grpSpPr>
      <p:sp>
        <p:nvSpPr>
          <p:cNvPr id="156" name="Google Shape;156;p22"/>
          <p:cNvSpPr/>
          <p:nvPr/>
        </p:nvSpPr>
        <p:spPr>
          <a:xfrm>
            <a:off x="-550" y="-5725"/>
            <a:ext cx="8431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grpSp>
        <p:nvGrpSpPr>
          <p:cNvPr id="157" name="Google Shape;157;p22"/>
          <p:cNvGrpSpPr/>
          <p:nvPr/>
        </p:nvGrpSpPr>
        <p:grpSpPr>
          <a:xfrm rot="10800000">
            <a:off x="8123200" y="1438915"/>
            <a:ext cx="615152" cy="2716009"/>
            <a:chOff x="6482900" y="1354425"/>
            <a:chExt cx="235600" cy="1829825"/>
          </a:xfrm>
        </p:grpSpPr>
        <p:sp>
          <p:nvSpPr>
            <p:cNvPr id="158" name="Google Shape;158;p22"/>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2"/>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2"/>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2"/>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2"/>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2"/>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2"/>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2"/>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2"/>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172"/>
        <p:cNvGrpSpPr/>
        <p:nvPr/>
      </p:nvGrpSpPr>
      <p:grpSpPr>
        <a:xfrm>
          <a:off x="0" y="0"/>
          <a:ext cx="0" cy="0"/>
          <a:chOff x="0" y="0"/>
          <a:chExt cx="0" cy="0"/>
        </a:xfrm>
      </p:grpSpPr>
      <p:sp>
        <p:nvSpPr>
          <p:cNvPr id="173" name="Google Shape;173;p23"/>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grpSp>
        <p:nvGrpSpPr>
          <p:cNvPr id="174" name="Google Shape;174;p23"/>
          <p:cNvGrpSpPr/>
          <p:nvPr/>
        </p:nvGrpSpPr>
        <p:grpSpPr>
          <a:xfrm rot="5400000">
            <a:off x="6993950" y="3245990"/>
            <a:ext cx="615152" cy="2716009"/>
            <a:chOff x="6482900" y="1354425"/>
            <a:chExt cx="235600" cy="1829825"/>
          </a:xfrm>
        </p:grpSpPr>
        <p:sp>
          <p:nvSpPr>
            <p:cNvPr id="175" name="Google Shape;175;p23"/>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3"/>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23"/>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3"/>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3"/>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3"/>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3"/>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3"/>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3"/>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3"/>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3"/>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3"/>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3"/>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3"/>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92"/>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93"/>
        <p:cNvGrpSpPr/>
        <p:nvPr/>
      </p:nvGrpSpPr>
      <p:grpSpPr>
        <a:xfrm>
          <a:off x="0" y="0"/>
          <a:ext cx="0" cy="0"/>
          <a:chOff x="0" y="0"/>
          <a:chExt cx="0" cy="0"/>
        </a:xfrm>
      </p:grpSpPr>
      <p:sp>
        <p:nvSpPr>
          <p:cNvPr id="194" name="Google Shape;194;p26"/>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1pPr>
            <a:lvl2pPr lvl="1"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2pPr>
            <a:lvl3pPr lvl="2"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3pPr>
            <a:lvl4pPr lvl="3"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4pPr>
            <a:lvl5pPr lvl="4"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5pPr>
            <a:lvl6pPr lvl="5"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6pPr>
            <a:lvl7pPr lvl="6"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7pPr>
            <a:lvl8pPr lvl="7"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8pPr>
            <a:lvl9pPr lvl="8"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1pPr>
            <a:lvl2pPr marL="914400" lvl="1"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2pPr>
            <a:lvl3pPr marL="1371600" lvl="2"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3pPr>
            <a:lvl4pPr marL="1828800" lvl="3"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4pPr>
            <a:lvl5pPr marL="2286000" lvl="4"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5pPr>
            <a:lvl6pPr marL="2743200" lvl="5"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6pPr>
            <a:lvl7pPr marL="3200400" lvl="6"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7pPr>
            <a:lvl8pPr marL="3657600" lvl="7"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8pPr>
            <a:lvl9pPr marL="4114800" lvl="8"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89"/>
        <p:cNvGrpSpPr/>
        <p:nvPr/>
      </p:nvGrpSpPr>
      <p:grpSpPr>
        <a:xfrm>
          <a:off x="0" y="0"/>
          <a:ext cx="0" cy="0"/>
          <a:chOff x="0" y="0"/>
          <a:chExt cx="0" cy="0"/>
        </a:xfrm>
      </p:grpSpPr>
      <p:sp>
        <p:nvSpPr>
          <p:cNvPr id="190" name="Google Shape;190;p2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91" name="Google Shape;191;p2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slide" Target="slide32.xml"/><Relationship Id="rId13" Type="http://schemas.openxmlformats.org/officeDocument/2006/relationships/hyperlink" Target="https://www.freepik.com/?utm_source=slidesgo_template&amp;utm_medium=referral-link&amp;utm_campaign=promo-slide&amp;utm_term=slidesgo&amp;utm_content=freepik" TargetMode="External"/><Relationship Id="rId3" Type="http://schemas.openxmlformats.org/officeDocument/2006/relationships/slide" Target="slide30.xml"/><Relationship Id="rId7" Type="http://schemas.openxmlformats.org/officeDocument/2006/relationships/slide" Target="slide38.xml"/><Relationship Id="rId12" Type="http://schemas.openxmlformats.org/officeDocument/2006/relationships/hyperlink" Target="http://bit.ly/33VAFh3" TargetMode="External"/><Relationship Id="rId17" Type="http://schemas.openxmlformats.org/officeDocument/2006/relationships/hyperlink" Target="https://www.videvo.net/?utm_source=slidesgo_template&amp;utm_medium=referral-link&amp;utm_campaign=sg_resources&amp;utm_content=videvo" TargetMode="External"/><Relationship Id="rId2" Type="http://schemas.openxmlformats.org/officeDocument/2006/relationships/notesSlide" Target="../notesSlides/notesSlide2.xml"/><Relationship Id="rId16" Type="http://schemas.openxmlformats.org/officeDocument/2006/relationships/hyperlink" Target="https://wepik.com/?utm_source=slidesgo_template&amp;utm_medium=referral-link&amp;utm_campaign=promo-slide&amp;utm_term=slidesgo&amp;utm_content=wepik" TargetMode="External"/><Relationship Id="rId1" Type="http://schemas.openxmlformats.org/officeDocument/2006/relationships/slideLayout" Target="../slideLayouts/slideLayout3.xml"/><Relationship Id="rId6" Type="http://schemas.openxmlformats.org/officeDocument/2006/relationships/slide" Target="slide25.xml"/><Relationship Id="rId11" Type="http://schemas.openxmlformats.org/officeDocument/2006/relationships/hyperlink" Target="http://bit.ly/30B07Gq" TargetMode="External"/><Relationship Id="rId5" Type="http://schemas.openxmlformats.org/officeDocument/2006/relationships/slide" Target="slide26.xml"/><Relationship Id="rId15" Type="http://schemas.openxmlformats.org/officeDocument/2006/relationships/hyperlink" Target="https://storyset.com/?utm_source=slidesgo_template&amp;utm_medium=referral-link&amp;utm_campaign=promo-slide&amp;utm_term=slidesgo&amp;utm_content=storyset" TargetMode="External"/><Relationship Id="rId10" Type="http://schemas.openxmlformats.org/officeDocument/2006/relationships/hyperlink" Target="https://bit.ly/3A1uf1Q" TargetMode="External"/><Relationship Id="rId4" Type="http://schemas.openxmlformats.org/officeDocument/2006/relationships/slide" Target="slide27.xml"/><Relationship Id="rId9"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4" Type="http://schemas.openxmlformats.org/officeDocument/2006/relationships/hyperlink" Target="https://www.flaticon.com/?utm_source=slidesgo_template&amp;utm_medium=referral-link&amp;utm_campaign=promo-slide&amp;utm_term=slidesgo&amp;utm_content=flaticon"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hyperlink" Target="https://docs.google.com/spreadsheets/d/15XmTEESh_q2ZnjuuSPkSfkU3kb7Ez1mBqkf5uOs1mdA/copy" TargetMode="External"/><Relationship Id="rId2" Type="http://schemas.openxmlformats.org/officeDocument/2006/relationships/notesSlide" Target="../notesSlides/notesSlide12.xml"/><Relationship Id="rId1" Type="http://schemas.openxmlformats.org/officeDocument/2006/relationships/slideLayout" Target="../slideLayouts/slideLayout5.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13.xml"/><Relationship Id="rId1" Type="http://schemas.openxmlformats.org/officeDocument/2006/relationships/slideLayout" Target="../slideLayouts/slideLayout19.xml"/><Relationship Id="rId5" Type="http://schemas.openxmlformats.org/officeDocument/2006/relationships/image" Target="../media/image13.png"/><Relationship Id="rId4" Type="http://schemas.openxmlformats.org/officeDocument/2006/relationships/hyperlink" Target="https://docs.google.com/spreadsheets/d/15XmTEESh_q2ZnjuuSPkSfkU3kb7Ez1mBqkf5uOs1mdA/copy"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16.xml"/><Relationship Id="rId1" Type="http://schemas.openxmlformats.org/officeDocument/2006/relationships/slideLayout" Target="../slideLayouts/slideLayout5.xml"/><Relationship Id="rId5" Type="http://schemas.openxmlformats.org/officeDocument/2006/relationships/image" Target="../media/image13.png"/><Relationship Id="rId4" Type="http://schemas.openxmlformats.org/officeDocument/2006/relationships/hyperlink" Target="https://docs.google.com/spreadsheets/d/15XmTEESh_q2ZnjuuSPkSfkU3kb7Ez1mBqkf5uOs1mdA/copy"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image" Target="../media/image17.jpg"/><Relationship Id="rId5" Type="http://schemas.openxmlformats.org/officeDocument/2006/relationships/image" Target="../media/image16.jpg"/><Relationship Id="rId4" Type="http://schemas.openxmlformats.org/officeDocument/2006/relationships/image" Target="../media/image15.jp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8" Type="http://schemas.openxmlformats.org/officeDocument/2006/relationships/hyperlink" Target="https://www.freepik.com/free-photo/front-view-business-people-talking_7031019.htm/?utm_source=slidesgo_template&amp;utm_medium=referral-link&amp;utm_campaign=sg_resources&amp;utm_content=freepik" TargetMode="External"/><Relationship Id="rId3" Type="http://schemas.openxmlformats.org/officeDocument/2006/relationships/hyperlink" Target="https://www.freepik.com/free-psd/healthy-food-landing-page_12706155.htm/?utm_source=slidesgo_template&amp;utm_medium=referral-link&amp;utm_campaign=sg_resources&amp;utm_content=freepik" TargetMode="External"/><Relationship Id="rId7" Type="http://schemas.openxmlformats.org/officeDocument/2006/relationships/hyperlink" Target="https://www.freepik.com/free-photo/front-view-people-working-office_60410849.htm/?utm_source=slidesgo_template&amp;utm_medium=referral-link&amp;utm_campaign=sg_resources&amp;utm_content=freepik" TargetMode="External"/><Relationship Id="rId2" Type="http://schemas.openxmlformats.org/officeDocument/2006/relationships/notesSlide" Target="../notesSlides/notesSlide22.xml"/><Relationship Id="rId1" Type="http://schemas.openxmlformats.org/officeDocument/2006/relationships/slideLayout" Target="../slideLayouts/slideLayout15.xml"/><Relationship Id="rId6" Type="http://schemas.openxmlformats.org/officeDocument/2006/relationships/hyperlink" Target="https://www.freepik.com/free-photo/person-drinking-beverage-while-break-time_22279636.htm/?utm_source=slidesgo_template&amp;utm_medium=referral-link&amp;utm_campaign=sg_resources&amp;utm_content=freepik" TargetMode="External"/><Relationship Id="rId5" Type="http://schemas.openxmlformats.org/officeDocument/2006/relationships/hyperlink" Target="https://www.freepik.com/free-photo/beautiful-women-working-together-startup-company_18843631.htm/?utm_source=slidesgo_template&amp;utm_medium=referral-link&amp;utm_campaign=sg_resources&amp;utm_content=freepik" TargetMode="External"/><Relationship Id="rId4" Type="http://schemas.openxmlformats.org/officeDocument/2006/relationships/hyperlink" Target="https://www.freepik.com/free-photo/close-up-young-colleagues-having-meeting_17123690.htm/?utm_source=slidesgo_template&amp;utm_medium=referral-link&amp;utm_campaign=sg_resources&amp;utm_content=freepik" TargetMode="External"/><Relationship Id="rId9" Type="http://schemas.openxmlformats.org/officeDocument/2006/relationships/hyperlink" Target="https://www.freepik.com/free-photo/researchers-looking-alternative-energy-souces_23668270.htm/?utm_source=slidesgo_template&amp;utm_medium=referral-link&amp;utm_campaign=sg_resources&amp;utm_content=freepik"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3.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25.xml"/></Relationships>
</file>

<file path=ppt/slides/_rels/slide2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4.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25.xml"/></Relationships>
</file>

<file path=ppt/slides/_rels/slide30.xml.rels><?xml version="1.0" encoding="UTF-8" standalone="yes"?>
<Relationships xmlns="http://schemas.openxmlformats.org/package/2006/relationships"><Relationship Id="rId3" Type="http://schemas.openxmlformats.org/officeDocument/2006/relationships/hyperlink" Target="https://fonts.google.com/specimen/Geologica" TargetMode="External"/><Relationship Id="rId2" Type="http://schemas.openxmlformats.org/officeDocument/2006/relationships/notesSlide" Target="../notesSlides/notesSlide25.xml"/><Relationship Id="rId1" Type="http://schemas.openxmlformats.org/officeDocument/2006/relationships/slideLayout" Target="../slideLayouts/slideLayout24.xml"/><Relationship Id="rId4" Type="http://schemas.openxmlformats.org/officeDocument/2006/relationships/hyperlink" Target="https://fonts.google.com/specimen/Figtree" TargetMode="External"/></Relationships>
</file>

<file path=ppt/slides/_rels/slide31.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21.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20.png"/><Relationship Id="rId4" Type="http://schemas.openxmlformats.org/officeDocument/2006/relationships/image" Target="../media/image18.png"/><Relationship Id="rId9"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27.xml"/><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3.xml"/><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7"/>
          <p:cNvSpPr txBox="1">
            <a:spLocks noGrp="1"/>
          </p:cNvSpPr>
          <p:nvPr>
            <p:ph type="ctrTitle"/>
          </p:nvPr>
        </p:nvSpPr>
        <p:spPr>
          <a:xfrm>
            <a:off x="713225" y="1087129"/>
            <a:ext cx="5932274" cy="1625346"/>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solidFill>
                  <a:schemeClr val="bg1">
                    <a:lumMod val="10000"/>
                  </a:schemeClr>
                </a:solidFill>
              </a:rPr>
              <a:t>Numerical Modeling of Control Rod Reactivity in the Kartini Research Reactor Using Differential Rod Worth Functions</a:t>
            </a:r>
            <a:endParaRPr sz="2400" dirty="0">
              <a:solidFill>
                <a:schemeClr val="bg1">
                  <a:lumMod val="10000"/>
                </a:schemeClr>
              </a:solidFill>
            </a:endParaRPr>
          </a:p>
        </p:txBody>
      </p:sp>
      <p:sp>
        <p:nvSpPr>
          <p:cNvPr id="200" name="Google Shape;200;p27"/>
          <p:cNvSpPr txBox="1">
            <a:spLocks noGrp="1"/>
          </p:cNvSpPr>
          <p:nvPr>
            <p:ph type="subTitle" idx="1"/>
          </p:nvPr>
        </p:nvSpPr>
        <p:spPr>
          <a:xfrm>
            <a:off x="713225" y="2753250"/>
            <a:ext cx="4528800" cy="41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Halim Hamadi</a:t>
            </a:r>
            <a:endParaRPr dirty="0"/>
          </a:p>
        </p:txBody>
      </p:sp>
      <p:grpSp>
        <p:nvGrpSpPr>
          <p:cNvPr id="201" name="Google Shape;201;p27"/>
          <p:cNvGrpSpPr/>
          <p:nvPr/>
        </p:nvGrpSpPr>
        <p:grpSpPr>
          <a:xfrm rot="5400000">
            <a:off x="6557950" y="2390790"/>
            <a:ext cx="615152" cy="2716009"/>
            <a:chOff x="6482900" y="1354425"/>
            <a:chExt cx="235600" cy="1829825"/>
          </a:xfrm>
        </p:grpSpPr>
        <p:sp>
          <p:nvSpPr>
            <p:cNvPr id="202" name="Google Shape;202;p27"/>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7"/>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7"/>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7"/>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7"/>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7"/>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7"/>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7"/>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7"/>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7"/>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7"/>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7"/>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7"/>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7"/>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FFEFDD-BD78-8BBA-7831-BA402C0DCF29}"/>
              </a:ext>
            </a:extLst>
          </p:cNvPr>
          <p:cNvSpPr>
            <a:spLocks noGrp="1"/>
          </p:cNvSpPr>
          <p:nvPr>
            <p:ph type="title"/>
          </p:nvPr>
        </p:nvSpPr>
        <p:spPr>
          <a:xfrm>
            <a:off x="852483" y="0"/>
            <a:ext cx="7439034" cy="977736"/>
          </a:xfrm>
        </p:spPr>
        <p:txBody>
          <a:bodyPr/>
          <a:lstStyle/>
          <a:p>
            <a:r>
              <a:rPr lang="en-US" sz="2800" dirty="0">
                <a:solidFill>
                  <a:schemeClr val="bg1">
                    <a:lumMod val="10000"/>
                  </a:schemeClr>
                </a:solidFill>
              </a:rPr>
              <a:t>Kinematic Equations of the Kartini Reactor</a:t>
            </a:r>
            <a:endParaRPr lang="en-ID" sz="2800" dirty="0">
              <a:solidFill>
                <a:schemeClr val="bg1">
                  <a:lumMod val="10000"/>
                </a:schemeClr>
              </a:solidFill>
            </a:endParaRPr>
          </a:p>
        </p:txBody>
      </p:sp>
      <p:grpSp>
        <p:nvGrpSpPr>
          <p:cNvPr id="6" name="Google Shape;201;p27">
            <a:extLst>
              <a:ext uri="{FF2B5EF4-FFF2-40B4-BE49-F238E27FC236}">
                <a16:creationId xmlns:a16="http://schemas.microsoft.com/office/drawing/2014/main" id="{990C1640-417E-7588-5938-0223A90B3629}"/>
              </a:ext>
            </a:extLst>
          </p:cNvPr>
          <p:cNvGrpSpPr/>
          <p:nvPr/>
        </p:nvGrpSpPr>
        <p:grpSpPr>
          <a:xfrm rot="5400000">
            <a:off x="8534858" y="-1050428"/>
            <a:ext cx="615152" cy="2716009"/>
            <a:chOff x="6482900" y="1354425"/>
            <a:chExt cx="235600" cy="1829825"/>
          </a:xfrm>
          <a:solidFill>
            <a:schemeClr val="bg2"/>
          </a:solidFill>
        </p:grpSpPr>
        <p:sp>
          <p:nvSpPr>
            <p:cNvPr id="7" name="Google Shape;202;p27">
              <a:extLst>
                <a:ext uri="{FF2B5EF4-FFF2-40B4-BE49-F238E27FC236}">
                  <a16:creationId xmlns:a16="http://schemas.microsoft.com/office/drawing/2014/main" id="{17451E58-CAEF-3C04-BD21-6586CF9EF2DE}"/>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3;p27">
              <a:extLst>
                <a:ext uri="{FF2B5EF4-FFF2-40B4-BE49-F238E27FC236}">
                  <a16:creationId xmlns:a16="http://schemas.microsoft.com/office/drawing/2014/main" id="{024DC2BA-4485-85D7-2975-787BF11A8788}"/>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4;p27">
              <a:extLst>
                <a:ext uri="{FF2B5EF4-FFF2-40B4-BE49-F238E27FC236}">
                  <a16:creationId xmlns:a16="http://schemas.microsoft.com/office/drawing/2014/main" id="{52FA9214-BBAB-325F-508C-ABCE6BED6202}"/>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5;p27">
              <a:extLst>
                <a:ext uri="{FF2B5EF4-FFF2-40B4-BE49-F238E27FC236}">
                  <a16:creationId xmlns:a16="http://schemas.microsoft.com/office/drawing/2014/main" id="{1467ED41-7C59-2A50-50F9-B50EA4B97DB9}"/>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6;p27">
              <a:extLst>
                <a:ext uri="{FF2B5EF4-FFF2-40B4-BE49-F238E27FC236}">
                  <a16:creationId xmlns:a16="http://schemas.microsoft.com/office/drawing/2014/main" id="{D9ED5936-6900-8690-FBD0-E31EA781E99E}"/>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7;p27">
              <a:extLst>
                <a:ext uri="{FF2B5EF4-FFF2-40B4-BE49-F238E27FC236}">
                  <a16:creationId xmlns:a16="http://schemas.microsoft.com/office/drawing/2014/main" id="{3954509A-F793-F7E5-F1F5-6462C117C89C}"/>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08;p27">
              <a:extLst>
                <a:ext uri="{FF2B5EF4-FFF2-40B4-BE49-F238E27FC236}">
                  <a16:creationId xmlns:a16="http://schemas.microsoft.com/office/drawing/2014/main" id="{50BFA87C-4D6C-0AE0-FFD9-2EA6A2685CFB}"/>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09;p27">
              <a:extLst>
                <a:ext uri="{FF2B5EF4-FFF2-40B4-BE49-F238E27FC236}">
                  <a16:creationId xmlns:a16="http://schemas.microsoft.com/office/drawing/2014/main" id="{98B23D37-4EF1-A6DD-0AC4-60210AC05B6A}"/>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10;p27">
              <a:extLst>
                <a:ext uri="{FF2B5EF4-FFF2-40B4-BE49-F238E27FC236}">
                  <a16:creationId xmlns:a16="http://schemas.microsoft.com/office/drawing/2014/main" id="{56A51AC2-F73C-FC69-46B6-7893961EB80D}"/>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1;p27">
              <a:extLst>
                <a:ext uri="{FF2B5EF4-FFF2-40B4-BE49-F238E27FC236}">
                  <a16:creationId xmlns:a16="http://schemas.microsoft.com/office/drawing/2014/main" id="{1D14A1C8-09DC-068A-C3BF-2954912F3F69}"/>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2;p27">
              <a:extLst>
                <a:ext uri="{FF2B5EF4-FFF2-40B4-BE49-F238E27FC236}">
                  <a16:creationId xmlns:a16="http://schemas.microsoft.com/office/drawing/2014/main" id="{A75C9177-8E20-B5D7-9853-5FDB61B3D1A9}"/>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3;p27">
              <a:extLst>
                <a:ext uri="{FF2B5EF4-FFF2-40B4-BE49-F238E27FC236}">
                  <a16:creationId xmlns:a16="http://schemas.microsoft.com/office/drawing/2014/main" id="{CB696752-C165-EEA6-7327-0C5307CBA846}"/>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14;p27">
              <a:extLst>
                <a:ext uri="{FF2B5EF4-FFF2-40B4-BE49-F238E27FC236}">
                  <a16:creationId xmlns:a16="http://schemas.microsoft.com/office/drawing/2014/main" id="{2E7A2700-8E56-A4FF-80D0-C0ADB254D097}"/>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15;p27">
              <a:extLst>
                <a:ext uri="{FF2B5EF4-FFF2-40B4-BE49-F238E27FC236}">
                  <a16:creationId xmlns:a16="http://schemas.microsoft.com/office/drawing/2014/main" id="{541FBB76-B7F7-DAD7-BE15-5C96DB498090}"/>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 name="Picture 21">
            <a:extLst>
              <a:ext uri="{FF2B5EF4-FFF2-40B4-BE49-F238E27FC236}">
                <a16:creationId xmlns:a16="http://schemas.microsoft.com/office/drawing/2014/main" id="{3018BD59-8E43-F76F-04DA-281C6D9E48DC}"/>
              </a:ext>
            </a:extLst>
          </p:cNvPr>
          <p:cNvPicPr>
            <a:picLocks noChangeAspect="1"/>
          </p:cNvPicPr>
          <p:nvPr/>
        </p:nvPicPr>
        <p:blipFill>
          <a:blip r:embed="rId2"/>
          <a:stretch>
            <a:fillRect/>
          </a:stretch>
        </p:blipFill>
        <p:spPr>
          <a:xfrm>
            <a:off x="2019079" y="1552997"/>
            <a:ext cx="5105842" cy="1165961"/>
          </a:xfrm>
          <a:prstGeom prst="rect">
            <a:avLst/>
          </a:prstGeom>
        </p:spPr>
      </p:pic>
    </p:spTree>
    <p:extLst>
      <p:ext uri="{BB962C8B-B14F-4D97-AF65-F5344CB8AC3E}">
        <p14:creationId xmlns:p14="http://schemas.microsoft.com/office/powerpoint/2010/main" val="33388876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0DD14-3921-6ADA-73C3-E1F61873C2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D90DA34-683B-2BC5-9033-C6AF82506C9A}"/>
              </a:ext>
            </a:extLst>
          </p:cNvPr>
          <p:cNvSpPr>
            <a:spLocks noGrp="1"/>
          </p:cNvSpPr>
          <p:nvPr>
            <p:ph type="title"/>
          </p:nvPr>
        </p:nvSpPr>
        <p:spPr>
          <a:xfrm>
            <a:off x="852483" y="0"/>
            <a:ext cx="7439034" cy="977736"/>
          </a:xfrm>
        </p:spPr>
        <p:txBody>
          <a:bodyPr/>
          <a:lstStyle/>
          <a:p>
            <a:r>
              <a:rPr lang="en-US" sz="2800" dirty="0">
                <a:solidFill>
                  <a:schemeClr val="bg1">
                    <a:lumMod val="10000"/>
                  </a:schemeClr>
                </a:solidFill>
              </a:rPr>
              <a:t>Kinematic Equations of the Kartini Reactor</a:t>
            </a:r>
            <a:endParaRPr lang="en-ID" sz="2800" dirty="0">
              <a:solidFill>
                <a:schemeClr val="bg1">
                  <a:lumMod val="10000"/>
                </a:schemeClr>
              </a:solidFill>
            </a:endParaRPr>
          </a:p>
        </p:txBody>
      </p:sp>
      <p:grpSp>
        <p:nvGrpSpPr>
          <p:cNvPr id="6" name="Google Shape;201;p27">
            <a:extLst>
              <a:ext uri="{FF2B5EF4-FFF2-40B4-BE49-F238E27FC236}">
                <a16:creationId xmlns:a16="http://schemas.microsoft.com/office/drawing/2014/main" id="{63F54C54-A4B8-9792-09EB-EFB9F382E6E5}"/>
              </a:ext>
            </a:extLst>
          </p:cNvPr>
          <p:cNvGrpSpPr/>
          <p:nvPr/>
        </p:nvGrpSpPr>
        <p:grpSpPr>
          <a:xfrm rot="5400000">
            <a:off x="7478419" y="3477920"/>
            <a:ext cx="615152" cy="2716009"/>
            <a:chOff x="6482900" y="1354425"/>
            <a:chExt cx="235600" cy="1829825"/>
          </a:xfrm>
          <a:solidFill>
            <a:schemeClr val="bg2"/>
          </a:solidFill>
        </p:grpSpPr>
        <p:sp>
          <p:nvSpPr>
            <p:cNvPr id="7" name="Google Shape;202;p27">
              <a:extLst>
                <a:ext uri="{FF2B5EF4-FFF2-40B4-BE49-F238E27FC236}">
                  <a16:creationId xmlns:a16="http://schemas.microsoft.com/office/drawing/2014/main" id="{48604E84-8F24-6D9C-2F87-CE5FBADDC387}"/>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3;p27">
              <a:extLst>
                <a:ext uri="{FF2B5EF4-FFF2-40B4-BE49-F238E27FC236}">
                  <a16:creationId xmlns:a16="http://schemas.microsoft.com/office/drawing/2014/main" id="{2398C22F-CA5F-E3E8-C2E2-7F39F8E197B7}"/>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4;p27">
              <a:extLst>
                <a:ext uri="{FF2B5EF4-FFF2-40B4-BE49-F238E27FC236}">
                  <a16:creationId xmlns:a16="http://schemas.microsoft.com/office/drawing/2014/main" id="{77A4F80A-7867-580D-153E-90ADBE895D4E}"/>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5;p27">
              <a:extLst>
                <a:ext uri="{FF2B5EF4-FFF2-40B4-BE49-F238E27FC236}">
                  <a16:creationId xmlns:a16="http://schemas.microsoft.com/office/drawing/2014/main" id="{B0FFA118-E7F7-D93E-96E2-63C3ACCE6202}"/>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6;p27">
              <a:extLst>
                <a:ext uri="{FF2B5EF4-FFF2-40B4-BE49-F238E27FC236}">
                  <a16:creationId xmlns:a16="http://schemas.microsoft.com/office/drawing/2014/main" id="{30845081-4181-8DF6-AB7C-AC28294D7432}"/>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7;p27">
              <a:extLst>
                <a:ext uri="{FF2B5EF4-FFF2-40B4-BE49-F238E27FC236}">
                  <a16:creationId xmlns:a16="http://schemas.microsoft.com/office/drawing/2014/main" id="{0D751294-8116-7F09-CB58-FB970E73DF5B}"/>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08;p27">
              <a:extLst>
                <a:ext uri="{FF2B5EF4-FFF2-40B4-BE49-F238E27FC236}">
                  <a16:creationId xmlns:a16="http://schemas.microsoft.com/office/drawing/2014/main" id="{DC81EA66-F60D-9A4D-7831-00AD4551DDA2}"/>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09;p27">
              <a:extLst>
                <a:ext uri="{FF2B5EF4-FFF2-40B4-BE49-F238E27FC236}">
                  <a16:creationId xmlns:a16="http://schemas.microsoft.com/office/drawing/2014/main" id="{1A193BFF-7304-0066-9ED9-C4FF54751F71}"/>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10;p27">
              <a:extLst>
                <a:ext uri="{FF2B5EF4-FFF2-40B4-BE49-F238E27FC236}">
                  <a16:creationId xmlns:a16="http://schemas.microsoft.com/office/drawing/2014/main" id="{586810F2-1274-0FAE-436A-68DD78D76713}"/>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1;p27">
              <a:extLst>
                <a:ext uri="{FF2B5EF4-FFF2-40B4-BE49-F238E27FC236}">
                  <a16:creationId xmlns:a16="http://schemas.microsoft.com/office/drawing/2014/main" id="{D233B7AE-B9FB-4DB9-A0A2-65A6C397C282}"/>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2;p27">
              <a:extLst>
                <a:ext uri="{FF2B5EF4-FFF2-40B4-BE49-F238E27FC236}">
                  <a16:creationId xmlns:a16="http://schemas.microsoft.com/office/drawing/2014/main" id="{6DF02103-1EFB-4EC4-F4A4-6D9B3962BF9E}"/>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3;p27">
              <a:extLst>
                <a:ext uri="{FF2B5EF4-FFF2-40B4-BE49-F238E27FC236}">
                  <a16:creationId xmlns:a16="http://schemas.microsoft.com/office/drawing/2014/main" id="{B321C3A8-BFF2-91A3-C24C-BA85FB0AB6C3}"/>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14;p27">
              <a:extLst>
                <a:ext uri="{FF2B5EF4-FFF2-40B4-BE49-F238E27FC236}">
                  <a16:creationId xmlns:a16="http://schemas.microsoft.com/office/drawing/2014/main" id="{4E48B69A-2E50-D094-724F-8F7F92A0DE15}"/>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15;p27">
              <a:extLst>
                <a:ext uri="{FF2B5EF4-FFF2-40B4-BE49-F238E27FC236}">
                  <a16:creationId xmlns:a16="http://schemas.microsoft.com/office/drawing/2014/main" id="{C9FE9B57-899B-FC4F-E185-C8025E5D65D9}"/>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 name="Picture 21">
            <a:extLst>
              <a:ext uri="{FF2B5EF4-FFF2-40B4-BE49-F238E27FC236}">
                <a16:creationId xmlns:a16="http://schemas.microsoft.com/office/drawing/2014/main" id="{5428AF1B-4DCE-34E4-E427-971232F3A8D9}"/>
              </a:ext>
            </a:extLst>
          </p:cNvPr>
          <p:cNvPicPr>
            <a:picLocks noChangeAspect="1"/>
          </p:cNvPicPr>
          <p:nvPr/>
        </p:nvPicPr>
        <p:blipFill>
          <a:blip r:embed="rId2"/>
          <a:stretch>
            <a:fillRect/>
          </a:stretch>
        </p:blipFill>
        <p:spPr>
          <a:xfrm>
            <a:off x="2019079" y="1552997"/>
            <a:ext cx="5105842" cy="1165961"/>
          </a:xfrm>
          <a:prstGeom prst="rect">
            <a:avLst/>
          </a:prstGeom>
        </p:spPr>
      </p:pic>
      <p:pic>
        <p:nvPicPr>
          <p:cNvPr id="24" name="Picture 23">
            <a:extLst>
              <a:ext uri="{FF2B5EF4-FFF2-40B4-BE49-F238E27FC236}">
                <a16:creationId xmlns:a16="http://schemas.microsoft.com/office/drawing/2014/main" id="{03E9BCA1-F308-78F0-7E8A-554ED0F37E8F}"/>
              </a:ext>
            </a:extLst>
          </p:cNvPr>
          <p:cNvPicPr>
            <a:picLocks noChangeAspect="1"/>
          </p:cNvPicPr>
          <p:nvPr/>
        </p:nvPicPr>
        <p:blipFill>
          <a:blip r:embed="rId3"/>
          <a:stretch>
            <a:fillRect/>
          </a:stretch>
        </p:blipFill>
        <p:spPr>
          <a:xfrm>
            <a:off x="3181229" y="3294219"/>
            <a:ext cx="2781541" cy="739204"/>
          </a:xfrm>
          <a:prstGeom prst="rect">
            <a:avLst/>
          </a:prstGeom>
        </p:spPr>
      </p:pic>
      <p:sp>
        <p:nvSpPr>
          <p:cNvPr id="2" name="Google Shape;221;p28">
            <a:extLst>
              <a:ext uri="{FF2B5EF4-FFF2-40B4-BE49-F238E27FC236}">
                <a16:creationId xmlns:a16="http://schemas.microsoft.com/office/drawing/2014/main" id="{F51A2DBD-E71D-ABD7-4573-D4172FE10B1B}"/>
              </a:ext>
            </a:extLst>
          </p:cNvPr>
          <p:cNvSpPr txBox="1">
            <a:spLocks noGrp="1"/>
          </p:cNvSpPr>
          <p:nvPr>
            <p:ph type="body" idx="1"/>
          </p:nvPr>
        </p:nvSpPr>
        <p:spPr>
          <a:xfrm>
            <a:off x="720000" y="1190414"/>
            <a:ext cx="7704000" cy="353400"/>
          </a:xfrm>
          <a:prstGeom prst="rect">
            <a:avLst/>
          </a:prstGeom>
        </p:spPr>
        <p:txBody>
          <a:bodyPr spcFirstLastPara="1" wrap="square" lIns="91425" tIns="91425" rIns="91425" bIns="91425" anchor="t" anchorCtr="0">
            <a:noAutofit/>
          </a:bodyPr>
          <a:lstStyle/>
          <a:p>
            <a:pPr marL="0" lvl="0" indent="0">
              <a:buNone/>
            </a:pPr>
            <a:r>
              <a:rPr lang="en-ID" dirty="0"/>
              <a:t>the approach used:</a:t>
            </a:r>
            <a:endParaRPr dirty="0"/>
          </a:p>
        </p:txBody>
      </p:sp>
      <p:sp>
        <p:nvSpPr>
          <p:cNvPr id="3" name="Multiplication Sign 2">
            <a:extLst>
              <a:ext uri="{FF2B5EF4-FFF2-40B4-BE49-F238E27FC236}">
                <a16:creationId xmlns:a16="http://schemas.microsoft.com/office/drawing/2014/main" id="{F516FB11-41CC-DE96-0594-BF864972F7C1}"/>
              </a:ext>
            </a:extLst>
          </p:cNvPr>
          <p:cNvSpPr/>
          <p:nvPr/>
        </p:nvSpPr>
        <p:spPr>
          <a:xfrm>
            <a:off x="2878575" y="1618906"/>
            <a:ext cx="501771" cy="527050"/>
          </a:xfrm>
          <a:prstGeom prst="mathMultiply">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Google Shape;221;p28">
            <a:extLst>
              <a:ext uri="{FF2B5EF4-FFF2-40B4-BE49-F238E27FC236}">
                <a16:creationId xmlns:a16="http://schemas.microsoft.com/office/drawing/2014/main" id="{3EE6CD60-677D-6729-F2C4-3654210C7D8E}"/>
              </a:ext>
            </a:extLst>
          </p:cNvPr>
          <p:cNvSpPr txBox="1">
            <a:spLocks/>
          </p:cNvSpPr>
          <p:nvPr/>
        </p:nvSpPr>
        <p:spPr>
          <a:xfrm>
            <a:off x="710243" y="2859381"/>
            <a:ext cx="7704000" cy="35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pPr marL="0" indent="0">
              <a:buFont typeface="Nunito Light"/>
              <a:buNone/>
            </a:pPr>
            <a:r>
              <a:rPr lang="en-ID" dirty="0"/>
              <a:t>Adding Thermal feedback term:</a:t>
            </a:r>
          </a:p>
        </p:txBody>
      </p:sp>
      <p:sp>
        <p:nvSpPr>
          <p:cNvPr id="23" name="TextBox 22">
            <a:extLst>
              <a:ext uri="{FF2B5EF4-FFF2-40B4-BE49-F238E27FC236}">
                <a16:creationId xmlns:a16="http://schemas.microsoft.com/office/drawing/2014/main" id="{2A8F4D4B-9F4B-B9CF-244C-96F45C91C15B}"/>
              </a:ext>
            </a:extLst>
          </p:cNvPr>
          <p:cNvSpPr txBox="1"/>
          <p:nvPr/>
        </p:nvSpPr>
        <p:spPr>
          <a:xfrm>
            <a:off x="4147202" y="924213"/>
            <a:ext cx="2376453" cy="523220"/>
          </a:xfrm>
          <a:prstGeom prst="rect">
            <a:avLst/>
          </a:prstGeom>
          <a:noFill/>
        </p:spPr>
        <p:txBody>
          <a:bodyPr wrap="square">
            <a:spAutoFit/>
          </a:bodyPr>
          <a:lstStyle/>
          <a:p>
            <a:r>
              <a:rPr lang="en-ID" dirty="0"/>
              <a:t>delete external neutron source term</a:t>
            </a:r>
          </a:p>
        </p:txBody>
      </p:sp>
      <p:cxnSp>
        <p:nvCxnSpPr>
          <p:cNvPr id="26" name="Straight Arrow Connector 25">
            <a:extLst>
              <a:ext uri="{FF2B5EF4-FFF2-40B4-BE49-F238E27FC236}">
                <a16:creationId xmlns:a16="http://schemas.microsoft.com/office/drawing/2014/main" id="{1929DCD7-70D7-E571-E5CA-5A1A0F9FF030}"/>
              </a:ext>
            </a:extLst>
          </p:cNvPr>
          <p:cNvCxnSpPr>
            <a:stCxn id="23" idx="1"/>
          </p:cNvCxnSpPr>
          <p:nvPr/>
        </p:nvCxnSpPr>
        <p:spPr>
          <a:xfrm flipH="1">
            <a:off x="3270250" y="1185823"/>
            <a:ext cx="876952" cy="5604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6346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3D7C8-D40C-D5E8-52B8-3E7260643EC9}"/>
              </a:ext>
            </a:extLst>
          </p:cNvPr>
          <p:cNvSpPr>
            <a:spLocks noGrp="1"/>
          </p:cNvSpPr>
          <p:nvPr>
            <p:ph type="title"/>
          </p:nvPr>
        </p:nvSpPr>
        <p:spPr>
          <a:xfrm>
            <a:off x="1" y="105093"/>
            <a:ext cx="9144000" cy="975913"/>
          </a:xfrm>
        </p:spPr>
        <p:txBody>
          <a:bodyPr/>
          <a:lstStyle/>
          <a:p>
            <a:r>
              <a:rPr lang="en-US" dirty="0"/>
              <a:t>Reactivity Model with Control Rod Position</a:t>
            </a:r>
            <a:endParaRPr lang="en-ID" dirty="0"/>
          </a:p>
        </p:txBody>
      </p:sp>
      <p:sp>
        <p:nvSpPr>
          <p:cNvPr id="3" name="Text Placeholder 2">
            <a:extLst>
              <a:ext uri="{FF2B5EF4-FFF2-40B4-BE49-F238E27FC236}">
                <a16:creationId xmlns:a16="http://schemas.microsoft.com/office/drawing/2014/main" id="{A498307B-F14F-C8EB-2723-C27039AD24BF}"/>
              </a:ext>
            </a:extLst>
          </p:cNvPr>
          <p:cNvSpPr>
            <a:spLocks noGrp="1"/>
          </p:cNvSpPr>
          <p:nvPr>
            <p:ph type="body" idx="1"/>
          </p:nvPr>
        </p:nvSpPr>
        <p:spPr/>
        <p:txBody>
          <a:bodyPr/>
          <a:lstStyle/>
          <a:p>
            <a:r>
              <a:rPr lang="en-US" dirty="0"/>
              <a:t>From paper </a:t>
            </a:r>
            <a:endParaRPr lang="en-ID" dirty="0"/>
          </a:p>
        </p:txBody>
      </p:sp>
      <p:grpSp>
        <p:nvGrpSpPr>
          <p:cNvPr id="4" name="Google Shape;201;p27">
            <a:extLst>
              <a:ext uri="{FF2B5EF4-FFF2-40B4-BE49-F238E27FC236}">
                <a16:creationId xmlns:a16="http://schemas.microsoft.com/office/drawing/2014/main" id="{BD0428DD-E9E6-EE84-F42E-837322C48AC1}"/>
              </a:ext>
            </a:extLst>
          </p:cNvPr>
          <p:cNvGrpSpPr/>
          <p:nvPr/>
        </p:nvGrpSpPr>
        <p:grpSpPr>
          <a:xfrm rot="5400000">
            <a:off x="412424" y="3477919"/>
            <a:ext cx="615152" cy="2716009"/>
            <a:chOff x="6482900" y="1354425"/>
            <a:chExt cx="235600" cy="1829825"/>
          </a:xfrm>
          <a:solidFill>
            <a:schemeClr val="bg2"/>
          </a:solidFill>
        </p:grpSpPr>
        <p:sp>
          <p:nvSpPr>
            <p:cNvPr id="5" name="Google Shape;202;p27">
              <a:extLst>
                <a:ext uri="{FF2B5EF4-FFF2-40B4-BE49-F238E27FC236}">
                  <a16:creationId xmlns:a16="http://schemas.microsoft.com/office/drawing/2014/main" id="{3BE677DA-E408-B8A7-1322-832E3332805E}"/>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03;p27">
              <a:extLst>
                <a:ext uri="{FF2B5EF4-FFF2-40B4-BE49-F238E27FC236}">
                  <a16:creationId xmlns:a16="http://schemas.microsoft.com/office/drawing/2014/main" id="{8E02D487-097F-EEA2-D2CE-A606598462C3}"/>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04;p27">
              <a:extLst>
                <a:ext uri="{FF2B5EF4-FFF2-40B4-BE49-F238E27FC236}">
                  <a16:creationId xmlns:a16="http://schemas.microsoft.com/office/drawing/2014/main" id="{596E6E56-C847-1CCB-FFCC-2D59E3FE487F}"/>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5;p27">
              <a:extLst>
                <a:ext uri="{FF2B5EF4-FFF2-40B4-BE49-F238E27FC236}">
                  <a16:creationId xmlns:a16="http://schemas.microsoft.com/office/drawing/2014/main" id="{D01632D2-E0FB-79A6-8B6E-EC2C22C509F9}"/>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6;p27">
              <a:extLst>
                <a:ext uri="{FF2B5EF4-FFF2-40B4-BE49-F238E27FC236}">
                  <a16:creationId xmlns:a16="http://schemas.microsoft.com/office/drawing/2014/main" id="{DABB2F9A-869A-ECF3-99CB-C6063732A9B1}"/>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7;p27">
              <a:extLst>
                <a:ext uri="{FF2B5EF4-FFF2-40B4-BE49-F238E27FC236}">
                  <a16:creationId xmlns:a16="http://schemas.microsoft.com/office/drawing/2014/main" id="{1C2ED4BE-28B1-5EC7-F5E7-4F2EFF2E3273}"/>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8;p27">
              <a:extLst>
                <a:ext uri="{FF2B5EF4-FFF2-40B4-BE49-F238E27FC236}">
                  <a16:creationId xmlns:a16="http://schemas.microsoft.com/office/drawing/2014/main" id="{590903B3-E685-6566-786C-32164F125603}"/>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9;p27">
              <a:extLst>
                <a:ext uri="{FF2B5EF4-FFF2-40B4-BE49-F238E27FC236}">
                  <a16:creationId xmlns:a16="http://schemas.microsoft.com/office/drawing/2014/main" id="{DE8AD184-256C-04D6-C40A-00396B83AADD}"/>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10;p27">
              <a:extLst>
                <a:ext uri="{FF2B5EF4-FFF2-40B4-BE49-F238E27FC236}">
                  <a16:creationId xmlns:a16="http://schemas.microsoft.com/office/drawing/2014/main" id="{ADD63220-569F-A6B6-FC3C-2A75582A3058}"/>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11;p27">
              <a:extLst>
                <a:ext uri="{FF2B5EF4-FFF2-40B4-BE49-F238E27FC236}">
                  <a16:creationId xmlns:a16="http://schemas.microsoft.com/office/drawing/2014/main" id="{001BE421-A76E-AFB6-FE8E-84841CAF149C}"/>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12;p27">
              <a:extLst>
                <a:ext uri="{FF2B5EF4-FFF2-40B4-BE49-F238E27FC236}">
                  <a16:creationId xmlns:a16="http://schemas.microsoft.com/office/drawing/2014/main" id="{579E66E4-5882-0008-0B51-F94D87BC9A98}"/>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3;p27">
              <a:extLst>
                <a:ext uri="{FF2B5EF4-FFF2-40B4-BE49-F238E27FC236}">
                  <a16:creationId xmlns:a16="http://schemas.microsoft.com/office/drawing/2014/main" id="{5FF0FB30-CF1C-8D00-C7B4-D85FF96B9098}"/>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4;p27">
              <a:extLst>
                <a:ext uri="{FF2B5EF4-FFF2-40B4-BE49-F238E27FC236}">
                  <a16:creationId xmlns:a16="http://schemas.microsoft.com/office/drawing/2014/main" id="{5D46F152-2A93-8022-0E80-3661B4B5D802}"/>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5;p27">
              <a:extLst>
                <a:ext uri="{FF2B5EF4-FFF2-40B4-BE49-F238E27FC236}">
                  <a16:creationId xmlns:a16="http://schemas.microsoft.com/office/drawing/2014/main" id="{D162DC83-27BA-C04B-C956-4318D980AA96}"/>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5" name="Picture 34">
            <a:extLst>
              <a:ext uri="{FF2B5EF4-FFF2-40B4-BE49-F238E27FC236}">
                <a16:creationId xmlns:a16="http://schemas.microsoft.com/office/drawing/2014/main" id="{C628D672-BC58-E40B-B91C-F8540088F840}"/>
              </a:ext>
            </a:extLst>
          </p:cNvPr>
          <p:cNvPicPr>
            <a:picLocks noChangeAspect="1"/>
          </p:cNvPicPr>
          <p:nvPr/>
        </p:nvPicPr>
        <p:blipFill>
          <a:blip r:embed="rId2"/>
          <a:srcRect l="4951" r="9497"/>
          <a:stretch>
            <a:fillRect/>
          </a:stretch>
        </p:blipFill>
        <p:spPr>
          <a:xfrm>
            <a:off x="2164300" y="1219618"/>
            <a:ext cx="6012674" cy="1058183"/>
          </a:xfrm>
          <a:prstGeom prst="rect">
            <a:avLst/>
          </a:prstGeom>
        </p:spPr>
      </p:pic>
      <p:pic>
        <p:nvPicPr>
          <p:cNvPr id="37" name="Picture 36">
            <a:extLst>
              <a:ext uri="{FF2B5EF4-FFF2-40B4-BE49-F238E27FC236}">
                <a16:creationId xmlns:a16="http://schemas.microsoft.com/office/drawing/2014/main" id="{3A38FFC1-3B69-17D3-BC6C-932ACE87C49C}"/>
              </a:ext>
            </a:extLst>
          </p:cNvPr>
          <p:cNvPicPr>
            <a:picLocks noChangeAspect="1"/>
          </p:cNvPicPr>
          <p:nvPr/>
        </p:nvPicPr>
        <p:blipFill>
          <a:blip r:embed="rId3"/>
          <a:srcRect l="4697" t="4700" r="4910"/>
          <a:stretch>
            <a:fillRect/>
          </a:stretch>
        </p:blipFill>
        <p:spPr>
          <a:xfrm>
            <a:off x="-88701" y="2463266"/>
            <a:ext cx="3604974" cy="2272841"/>
          </a:xfrm>
          <a:prstGeom prst="rect">
            <a:avLst/>
          </a:prstGeom>
        </p:spPr>
      </p:pic>
      <p:sp>
        <p:nvSpPr>
          <p:cNvPr id="38" name="Arrow: Right 37">
            <a:extLst>
              <a:ext uri="{FF2B5EF4-FFF2-40B4-BE49-F238E27FC236}">
                <a16:creationId xmlns:a16="http://schemas.microsoft.com/office/drawing/2014/main" id="{9C9406B8-0022-2C44-7CD5-5BE4A9D863EB}"/>
              </a:ext>
            </a:extLst>
          </p:cNvPr>
          <p:cNvSpPr/>
          <p:nvPr/>
        </p:nvSpPr>
        <p:spPr>
          <a:xfrm>
            <a:off x="3516274" y="3269786"/>
            <a:ext cx="412828" cy="381000"/>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dirty="0"/>
          </a:p>
        </p:txBody>
      </p:sp>
      <p:pic>
        <p:nvPicPr>
          <p:cNvPr id="40" name="Picture 39">
            <a:extLst>
              <a:ext uri="{FF2B5EF4-FFF2-40B4-BE49-F238E27FC236}">
                <a16:creationId xmlns:a16="http://schemas.microsoft.com/office/drawing/2014/main" id="{44D7EE71-6903-1B2F-FF73-48F09AA5C1F6}"/>
              </a:ext>
            </a:extLst>
          </p:cNvPr>
          <p:cNvPicPr>
            <a:picLocks noChangeAspect="1"/>
          </p:cNvPicPr>
          <p:nvPr/>
        </p:nvPicPr>
        <p:blipFill>
          <a:blip r:embed="rId4"/>
          <a:stretch>
            <a:fillRect/>
          </a:stretch>
        </p:blipFill>
        <p:spPr>
          <a:xfrm>
            <a:off x="3929101" y="3269786"/>
            <a:ext cx="5214899" cy="381409"/>
          </a:xfrm>
          <a:prstGeom prst="rect">
            <a:avLst/>
          </a:prstGeom>
        </p:spPr>
      </p:pic>
    </p:spTree>
    <p:extLst>
      <p:ext uri="{BB962C8B-B14F-4D97-AF65-F5344CB8AC3E}">
        <p14:creationId xmlns:p14="http://schemas.microsoft.com/office/powerpoint/2010/main" val="21974850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C59E5-5806-E43B-5195-682D9D157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9649D1-E167-A34B-09F4-830C4B3BC848}"/>
              </a:ext>
            </a:extLst>
          </p:cNvPr>
          <p:cNvSpPr>
            <a:spLocks noGrp="1"/>
          </p:cNvSpPr>
          <p:nvPr>
            <p:ph type="title"/>
          </p:nvPr>
        </p:nvSpPr>
        <p:spPr>
          <a:xfrm>
            <a:off x="-55890" y="109525"/>
            <a:ext cx="9199889" cy="975913"/>
          </a:xfrm>
        </p:spPr>
        <p:txBody>
          <a:bodyPr/>
          <a:lstStyle/>
          <a:p>
            <a:r>
              <a:rPr lang="en-US" dirty="0"/>
              <a:t>Reactivity Model Approach with Control Rod Position</a:t>
            </a:r>
            <a:endParaRPr lang="en-ID" dirty="0"/>
          </a:p>
        </p:txBody>
      </p:sp>
      <p:grpSp>
        <p:nvGrpSpPr>
          <p:cNvPr id="4" name="Google Shape;201;p27">
            <a:extLst>
              <a:ext uri="{FF2B5EF4-FFF2-40B4-BE49-F238E27FC236}">
                <a16:creationId xmlns:a16="http://schemas.microsoft.com/office/drawing/2014/main" id="{A546AAC2-991B-C71F-F9A2-F48986ED0F04}"/>
              </a:ext>
            </a:extLst>
          </p:cNvPr>
          <p:cNvGrpSpPr/>
          <p:nvPr/>
        </p:nvGrpSpPr>
        <p:grpSpPr>
          <a:xfrm rot="5400000">
            <a:off x="264745" y="-1370018"/>
            <a:ext cx="615152" cy="2716009"/>
            <a:chOff x="6482900" y="1354425"/>
            <a:chExt cx="235600" cy="1829825"/>
          </a:xfrm>
          <a:solidFill>
            <a:schemeClr val="bg2"/>
          </a:solidFill>
        </p:grpSpPr>
        <p:sp>
          <p:nvSpPr>
            <p:cNvPr id="5" name="Google Shape;202;p27">
              <a:extLst>
                <a:ext uri="{FF2B5EF4-FFF2-40B4-BE49-F238E27FC236}">
                  <a16:creationId xmlns:a16="http://schemas.microsoft.com/office/drawing/2014/main" id="{1AF13F3B-9328-0563-572E-57580F31C51D}"/>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03;p27">
              <a:extLst>
                <a:ext uri="{FF2B5EF4-FFF2-40B4-BE49-F238E27FC236}">
                  <a16:creationId xmlns:a16="http://schemas.microsoft.com/office/drawing/2014/main" id="{EF7884CB-87BB-9154-AF5B-EE63B8F61005}"/>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04;p27">
              <a:extLst>
                <a:ext uri="{FF2B5EF4-FFF2-40B4-BE49-F238E27FC236}">
                  <a16:creationId xmlns:a16="http://schemas.microsoft.com/office/drawing/2014/main" id="{5B01A19E-3300-81E7-B344-BA6971207205}"/>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5;p27">
              <a:extLst>
                <a:ext uri="{FF2B5EF4-FFF2-40B4-BE49-F238E27FC236}">
                  <a16:creationId xmlns:a16="http://schemas.microsoft.com/office/drawing/2014/main" id="{47D65EE5-0FB0-EECC-9390-2A1138818014}"/>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6;p27">
              <a:extLst>
                <a:ext uri="{FF2B5EF4-FFF2-40B4-BE49-F238E27FC236}">
                  <a16:creationId xmlns:a16="http://schemas.microsoft.com/office/drawing/2014/main" id="{3219861E-91E8-88BC-CDC6-B55DFABEDC1E}"/>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7;p27">
              <a:extLst>
                <a:ext uri="{FF2B5EF4-FFF2-40B4-BE49-F238E27FC236}">
                  <a16:creationId xmlns:a16="http://schemas.microsoft.com/office/drawing/2014/main" id="{B77BAA46-DC4F-8B6D-6747-CBE20C64C486}"/>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8;p27">
              <a:extLst>
                <a:ext uri="{FF2B5EF4-FFF2-40B4-BE49-F238E27FC236}">
                  <a16:creationId xmlns:a16="http://schemas.microsoft.com/office/drawing/2014/main" id="{2627CDF7-3D87-3E43-2FDC-03A91CDE9799}"/>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9;p27">
              <a:extLst>
                <a:ext uri="{FF2B5EF4-FFF2-40B4-BE49-F238E27FC236}">
                  <a16:creationId xmlns:a16="http://schemas.microsoft.com/office/drawing/2014/main" id="{B26D797B-B6FA-AF72-47DA-14C42F001D63}"/>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10;p27">
              <a:extLst>
                <a:ext uri="{FF2B5EF4-FFF2-40B4-BE49-F238E27FC236}">
                  <a16:creationId xmlns:a16="http://schemas.microsoft.com/office/drawing/2014/main" id="{DBFCD685-D49E-7D87-90CF-D4A411043CA1}"/>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11;p27">
              <a:extLst>
                <a:ext uri="{FF2B5EF4-FFF2-40B4-BE49-F238E27FC236}">
                  <a16:creationId xmlns:a16="http://schemas.microsoft.com/office/drawing/2014/main" id="{D8DDC9D9-6D0F-1203-45CD-140F0E00FF4A}"/>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5" name="Google Shape;212;p27">
              <a:extLst>
                <a:ext uri="{FF2B5EF4-FFF2-40B4-BE49-F238E27FC236}">
                  <a16:creationId xmlns:a16="http://schemas.microsoft.com/office/drawing/2014/main" id="{E544F2ED-888E-87E7-52B3-02E6AF21314C}"/>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3;p27">
              <a:extLst>
                <a:ext uri="{FF2B5EF4-FFF2-40B4-BE49-F238E27FC236}">
                  <a16:creationId xmlns:a16="http://schemas.microsoft.com/office/drawing/2014/main" id="{0734896F-4F0F-B967-A0FF-7CA80C51D02B}"/>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4;p27">
              <a:extLst>
                <a:ext uri="{FF2B5EF4-FFF2-40B4-BE49-F238E27FC236}">
                  <a16:creationId xmlns:a16="http://schemas.microsoft.com/office/drawing/2014/main" id="{989FA398-6355-4FCF-66B3-068107D53FBE}"/>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5;p27">
              <a:extLst>
                <a:ext uri="{FF2B5EF4-FFF2-40B4-BE49-F238E27FC236}">
                  <a16:creationId xmlns:a16="http://schemas.microsoft.com/office/drawing/2014/main" id="{6D94AE99-960E-1E51-B897-37DDF9019F76}"/>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6" name="Picture 25">
            <a:extLst>
              <a:ext uri="{FF2B5EF4-FFF2-40B4-BE49-F238E27FC236}">
                <a16:creationId xmlns:a16="http://schemas.microsoft.com/office/drawing/2014/main" id="{464CAC51-8281-F2E1-7F33-DF816F82CAA6}"/>
              </a:ext>
            </a:extLst>
          </p:cNvPr>
          <p:cNvPicPr>
            <a:picLocks noChangeAspect="1"/>
          </p:cNvPicPr>
          <p:nvPr/>
        </p:nvPicPr>
        <p:blipFill>
          <a:blip r:embed="rId2"/>
          <a:stretch>
            <a:fillRect/>
          </a:stretch>
        </p:blipFill>
        <p:spPr>
          <a:xfrm>
            <a:off x="1629179" y="1604704"/>
            <a:ext cx="4718868" cy="2652569"/>
          </a:xfrm>
          <a:prstGeom prst="rect">
            <a:avLst/>
          </a:prstGeom>
        </p:spPr>
      </p:pic>
      <p:pic>
        <p:nvPicPr>
          <p:cNvPr id="27" name="Picture 26">
            <a:extLst>
              <a:ext uri="{FF2B5EF4-FFF2-40B4-BE49-F238E27FC236}">
                <a16:creationId xmlns:a16="http://schemas.microsoft.com/office/drawing/2014/main" id="{59FBA20D-A883-F87B-1D82-77B5DC1C4C45}"/>
              </a:ext>
            </a:extLst>
          </p:cNvPr>
          <p:cNvPicPr>
            <a:picLocks noChangeAspect="1"/>
          </p:cNvPicPr>
          <p:nvPr/>
        </p:nvPicPr>
        <p:blipFill>
          <a:blip r:embed="rId3"/>
          <a:stretch>
            <a:fillRect/>
          </a:stretch>
        </p:blipFill>
        <p:spPr>
          <a:xfrm>
            <a:off x="70833" y="1260636"/>
            <a:ext cx="3471727" cy="253916"/>
          </a:xfrm>
          <a:prstGeom prst="rect">
            <a:avLst/>
          </a:prstGeom>
        </p:spPr>
      </p:pic>
      <p:cxnSp>
        <p:nvCxnSpPr>
          <p:cNvPr id="29" name="Straight Arrow Connector 28">
            <a:extLst>
              <a:ext uri="{FF2B5EF4-FFF2-40B4-BE49-F238E27FC236}">
                <a16:creationId xmlns:a16="http://schemas.microsoft.com/office/drawing/2014/main" id="{7ACCAA65-5AA3-109E-8209-30C68F5B50D4}"/>
              </a:ext>
            </a:extLst>
          </p:cNvPr>
          <p:cNvCxnSpPr>
            <a:cxnSpLocks/>
          </p:cNvCxnSpPr>
          <p:nvPr/>
        </p:nvCxnSpPr>
        <p:spPr>
          <a:xfrm flipH="1" flipV="1">
            <a:off x="1806696" y="1514552"/>
            <a:ext cx="1235841" cy="14164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4" name="Picture 33">
            <a:extLst>
              <a:ext uri="{FF2B5EF4-FFF2-40B4-BE49-F238E27FC236}">
                <a16:creationId xmlns:a16="http://schemas.microsoft.com/office/drawing/2014/main" id="{BF07E56E-6B9D-04A1-51E4-F86531DFEDB5}"/>
              </a:ext>
            </a:extLst>
          </p:cNvPr>
          <p:cNvPicPr>
            <a:picLocks noChangeAspect="1"/>
          </p:cNvPicPr>
          <p:nvPr/>
        </p:nvPicPr>
        <p:blipFill>
          <a:blip r:embed="rId4"/>
          <a:srcRect t="22668"/>
          <a:stretch>
            <a:fillRect/>
          </a:stretch>
        </p:blipFill>
        <p:spPr>
          <a:xfrm>
            <a:off x="6471903" y="4082119"/>
            <a:ext cx="2209992" cy="571639"/>
          </a:xfrm>
          <a:prstGeom prst="rect">
            <a:avLst/>
          </a:prstGeom>
        </p:spPr>
      </p:pic>
      <p:cxnSp>
        <p:nvCxnSpPr>
          <p:cNvPr id="36" name="Straight Arrow Connector 35">
            <a:extLst>
              <a:ext uri="{FF2B5EF4-FFF2-40B4-BE49-F238E27FC236}">
                <a16:creationId xmlns:a16="http://schemas.microsoft.com/office/drawing/2014/main" id="{E8CDAB3F-2EA0-E7C8-5474-F5A2BF58BA94}"/>
              </a:ext>
            </a:extLst>
          </p:cNvPr>
          <p:cNvCxnSpPr>
            <a:cxnSpLocks/>
          </p:cNvCxnSpPr>
          <p:nvPr/>
        </p:nvCxnSpPr>
        <p:spPr>
          <a:xfrm>
            <a:off x="3542560" y="2981459"/>
            <a:ext cx="2929343" cy="14620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D6423326-DF19-DEFB-40CE-E06852DB418D}"/>
              </a:ext>
            </a:extLst>
          </p:cNvPr>
          <p:cNvSpPr txBox="1"/>
          <p:nvPr/>
        </p:nvSpPr>
        <p:spPr>
          <a:xfrm>
            <a:off x="6471903" y="1647837"/>
            <a:ext cx="2724724" cy="2246769"/>
          </a:xfrm>
          <a:prstGeom prst="rect">
            <a:avLst/>
          </a:prstGeom>
          <a:noFill/>
        </p:spPr>
        <p:txBody>
          <a:bodyPr wrap="square">
            <a:spAutoFit/>
          </a:bodyPr>
          <a:lstStyle/>
          <a:p>
            <a:pPr algn="l" rtl="0">
              <a:buNone/>
            </a:pPr>
            <a:r>
              <a:rPr lang="en-US" b="0" i="0" dirty="0">
                <a:solidFill>
                  <a:srgbClr val="2D3A04"/>
                </a:solidFill>
                <a:effectLst/>
              </a:rPr>
              <a:t>Solve with some numerical method:</a:t>
            </a:r>
            <a:endParaRPr lang="en-US" dirty="0">
              <a:effectLst/>
            </a:endParaRPr>
          </a:p>
          <a:p>
            <a:pPr marL="285750" indent="-285750" algn="l" rtl="0">
              <a:buFont typeface="Arial" panose="020B0604020202020204" pitchFamily="34" charset="0"/>
              <a:buChar char="•"/>
            </a:pPr>
            <a:r>
              <a:rPr lang="en-US" b="0" i="0" dirty="0">
                <a:solidFill>
                  <a:srgbClr val="2D3A04"/>
                </a:solidFill>
                <a:effectLst/>
              </a:rPr>
              <a:t>Euler</a:t>
            </a:r>
          </a:p>
          <a:p>
            <a:pPr marL="285750" indent="-285750" algn="l" rtl="0">
              <a:buFont typeface="Arial" panose="020B0604020202020204" pitchFamily="34" charset="0"/>
              <a:buChar char="•"/>
            </a:pPr>
            <a:r>
              <a:rPr lang="en-US" b="0" i="0" dirty="0">
                <a:solidFill>
                  <a:srgbClr val="2D3A04"/>
                </a:solidFill>
                <a:effectLst/>
              </a:rPr>
              <a:t>Runge-</a:t>
            </a:r>
            <a:r>
              <a:rPr lang="en-US" b="0" i="0" dirty="0" err="1">
                <a:solidFill>
                  <a:srgbClr val="2D3A04"/>
                </a:solidFill>
                <a:effectLst/>
              </a:rPr>
              <a:t>Kutta</a:t>
            </a:r>
            <a:r>
              <a:rPr lang="en-US" b="0" i="0" dirty="0">
                <a:solidFill>
                  <a:srgbClr val="2D3A04"/>
                </a:solidFill>
                <a:effectLst/>
              </a:rPr>
              <a:t> 4</a:t>
            </a:r>
            <a:r>
              <a:rPr lang="en-US" b="0" i="0" baseline="30000" dirty="0">
                <a:solidFill>
                  <a:srgbClr val="2D3A04"/>
                </a:solidFill>
                <a:effectLst/>
              </a:rPr>
              <a:t>th</a:t>
            </a:r>
            <a:r>
              <a:rPr lang="en-US" b="0" i="0" dirty="0">
                <a:solidFill>
                  <a:srgbClr val="2D3A04"/>
                </a:solidFill>
                <a:effectLst/>
              </a:rPr>
              <a:t> </a:t>
            </a:r>
            <a:r>
              <a:rPr lang="en-US" b="0" i="0" dirty="0" err="1">
                <a:solidFill>
                  <a:srgbClr val="2D3A04"/>
                </a:solidFill>
                <a:effectLst/>
              </a:rPr>
              <a:t>orde</a:t>
            </a:r>
            <a:endParaRPr lang="en-US" b="0" i="0" dirty="0">
              <a:solidFill>
                <a:srgbClr val="2D3A04"/>
              </a:solidFill>
              <a:effectLst/>
            </a:endParaRPr>
          </a:p>
          <a:p>
            <a:pPr marL="285750" indent="-285750" algn="l" rtl="0">
              <a:buFont typeface="Arial" panose="020B0604020202020204" pitchFamily="34" charset="0"/>
              <a:buChar char="•"/>
            </a:pPr>
            <a:r>
              <a:rPr lang="en-US" b="0" i="0" dirty="0">
                <a:solidFill>
                  <a:srgbClr val="2D3A04"/>
                </a:solidFill>
                <a:effectLst/>
              </a:rPr>
              <a:t>Adams Method (Adams-Bashforth 2 steps and Admas-Moulton)</a:t>
            </a:r>
          </a:p>
          <a:p>
            <a:pPr marL="285750" indent="-285750" algn="l" rtl="0">
              <a:buFont typeface="Arial" panose="020B0604020202020204" pitchFamily="34" charset="0"/>
              <a:buChar char="•"/>
            </a:pPr>
            <a:r>
              <a:rPr lang="en-US" b="0" i="0" dirty="0">
                <a:solidFill>
                  <a:srgbClr val="2D3A04"/>
                </a:solidFill>
                <a:effectLst/>
              </a:rPr>
              <a:t>Shooting ft RK4</a:t>
            </a:r>
          </a:p>
          <a:p>
            <a:pPr marL="285750" indent="-285750" algn="l" rtl="0">
              <a:buFont typeface="Arial" panose="020B0604020202020204" pitchFamily="34" charset="0"/>
              <a:buChar char="•"/>
            </a:pPr>
            <a:r>
              <a:rPr lang="en-US" b="0" i="0" dirty="0">
                <a:solidFill>
                  <a:srgbClr val="2D3A04"/>
                </a:solidFill>
                <a:effectLst/>
              </a:rPr>
              <a:t>Exponent Time Differencing (ETD)</a:t>
            </a:r>
            <a:endParaRPr lang="en-US" dirty="0">
              <a:effectLst/>
            </a:endParaRPr>
          </a:p>
        </p:txBody>
      </p:sp>
      <p:sp>
        <p:nvSpPr>
          <p:cNvPr id="47" name="Arrow: Up 46">
            <a:extLst>
              <a:ext uri="{FF2B5EF4-FFF2-40B4-BE49-F238E27FC236}">
                <a16:creationId xmlns:a16="http://schemas.microsoft.com/office/drawing/2014/main" id="{95D7A6D9-DB3B-5B7E-30B4-970B9650EDB4}"/>
              </a:ext>
            </a:extLst>
          </p:cNvPr>
          <p:cNvSpPr/>
          <p:nvPr/>
        </p:nvSpPr>
        <p:spPr>
          <a:xfrm>
            <a:off x="7452802" y="3850761"/>
            <a:ext cx="248194" cy="222045"/>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49" name="TextBox 48">
            <a:extLst>
              <a:ext uri="{FF2B5EF4-FFF2-40B4-BE49-F238E27FC236}">
                <a16:creationId xmlns:a16="http://schemas.microsoft.com/office/drawing/2014/main" id="{63DEDBCD-3091-4F67-9223-29DBE4492793}"/>
              </a:ext>
            </a:extLst>
          </p:cNvPr>
          <p:cNvSpPr txBox="1"/>
          <p:nvPr/>
        </p:nvSpPr>
        <p:spPr>
          <a:xfrm>
            <a:off x="70833" y="4742481"/>
            <a:ext cx="1451647" cy="338554"/>
          </a:xfrm>
          <a:prstGeom prst="rect">
            <a:avLst/>
          </a:prstGeom>
          <a:noFill/>
        </p:spPr>
        <p:txBody>
          <a:bodyPr wrap="square">
            <a:spAutoFit/>
          </a:bodyPr>
          <a:lstStyle/>
          <a:p>
            <a:r>
              <a:rPr lang="en-ID" sz="800" dirty="0"/>
              <a:t>ode_solve01.py</a:t>
            </a:r>
          </a:p>
          <a:p>
            <a:r>
              <a:rPr lang="en-ID" sz="800" dirty="0"/>
              <a:t>reference_function.py</a:t>
            </a:r>
          </a:p>
        </p:txBody>
      </p:sp>
    </p:spTree>
    <p:extLst>
      <p:ext uri="{BB962C8B-B14F-4D97-AF65-F5344CB8AC3E}">
        <p14:creationId xmlns:p14="http://schemas.microsoft.com/office/powerpoint/2010/main" val="3036416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D01A3-2A17-1056-DF7C-3463FB0CF013}"/>
              </a:ext>
            </a:extLst>
          </p:cNvPr>
          <p:cNvSpPr>
            <a:spLocks noGrp="1"/>
          </p:cNvSpPr>
          <p:nvPr>
            <p:ph type="title"/>
          </p:nvPr>
        </p:nvSpPr>
        <p:spPr/>
        <p:txBody>
          <a:bodyPr/>
          <a:lstStyle/>
          <a:p>
            <a:endParaRPr lang="en-ID"/>
          </a:p>
        </p:txBody>
      </p:sp>
      <p:sp>
        <p:nvSpPr>
          <p:cNvPr id="3" name="Text Placeholder 2">
            <a:extLst>
              <a:ext uri="{FF2B5EF4-FFF2-40B4-BE49-F238E27FC236}">
                <a16:creationId xmlns:a16="http://schemas.microsoft.com/office/drawing/2014/main" id="{5DAAC765-A0F2-81AB-3D7C-F26C9D539CE1}"/>
              </a:ext>
            </a:extLst>
          </p:cNvPr>
          <p:cNvSpPr>
            <a:spLocks noGrp="1"/>
          </p:cNvSpPr>
          <p:nvPr>
            <p:ph type="body" idx="1"/>
          </p:nvPr>
        </p:nvSpPr>
        <p:spPr/>
        <p:txBody>
          <a:bodyPr/>
          <a:lstStyle/>
          <a:p>
            <a:endParaRPr lang="en-ID"/>
          </a:p>
        </p:txBody>
      </p:sp>
      <p:pic>
        <p:nvPicPr>
          <p:cNvPr id="5" name="Picture 4">
            <a:extLst>
              <a:ext uri="{FF2B5EF4-FFF2-40B4-BE49-F238E27FC236}">
                <a16:creationId xmlns:a16="http://schemas.microsoft.com/office/drawing/2014/main" id="{EF633C37-7CA5-BD66-DD89-7F2B2751737D}"/>
              </a:ext>
            </a:extLst>
          </p:cNvPr>
          <p:cNvPicPr>
            <a:picLocks noChangeAspect="1"/>
          </p:cNvPicPr>
          <p:nvPr/>
        </p:nvPicPr>
        <p:blipFill>
          <a:blip r:embed="rId2"/>
          <a:stretch>
            <a:fillRect/>
          </a:stretch>
        </p:blipFill>
        <p:spPr>
          <a:xfrm>
            <a:off x="672053" y="1589602"/>
            <a:ext cx="6408975" cy="624894"/>
          </a:xfrm>
          <a:prstGeom prst="rect">
            <a:avLst/>
          </a:prstGeom>
        </p:spPr>
      </p:pic>
      <p:pic>
        <p:nvPicPr>
          <p:cNvPr id="6" name="Picture 5">
            <a:extLst>
              <a:ext uri="{FF2B5EF4-FFF2-40B4-BE49-F238E27FC236}">
                <a16:creationId xmlns:a16="http://schemas.microsoft.com/office/drawing/2014/main" id="{0E17C6DB-0AE4-0F74-84C2-D604ACDF07C5}"/>
              </a:ext>
            </a:extLst>
          </p:cNvPr>
          <p:cNvPicPr>
            <a:picLocks noChangeAspect="1"/>
          </p:cNvPicPr>
          <p:nvPr/>
        </p:nvPicPr>
        <p:blipFill>
          <a:blip r:embed="rId3"/>
          <a:stretch>
            <a:fillRect/>
          </a:stretch>
        </p:blipFill>
        <p:spPr>
          <a:xfrm>
            <a:off x="4063285" y="2317122"/>
            <a:ext cx="4101856" cy="2053103"/>
          </a:xfrm>
          <a:prstGeom prst="rect">
            <a:avLst/>
          </a:prstGeom>
        </p:spPr>
      </p:pic>
    </p:spTree>
    <p:extLst>
      <p:ext uri="{BB962C8B-B14F-4D97-AF65-F5344CB8AC3E}">
        <p14:creationId xmlns:p14="http://schemas.microsoft.com/office/powerpoint/2010/main" val="223115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of this template</a:t>
            </a:r>
            <a:endParaRPr/>
          </a:p>
        </p:txBody>
      </p:sp>
      <p:sp>
        <p:nvSpPr>
          <p:cNvPr id="221" name="Google Shape;221;p28"/>
          <p:cNvSpPr txBox="1">
            <a:spLocks noGrp="1"/>
          </p:cNvSpPr>
          <p:nvPr>
            <p:ph type="body" idx="1"/>
          </p:nvPr>
        </p:nvSpPr>
        <p:spPr>
          <a:xfrm>
            <a:off x="720000" y="1190414"/>
            <a:ext cx="7704000" cy="35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You can delete this slide when you’re done editing the presentation</a:t>
            </a:r>
            <a:endParaRPr dirty="0"/>
          </a:p>
        </p:txBody>
      </p:sp>
      <p:graphicFrame>
        <p:nvGraphicFramePr>
          <p:cNvPr id="222" name="Google Shape;222;p28"/>
          <p:cNvGraphicFramePr/>
          <p:nvPr/>
        </p:nvGraphicFramePr>
        <p:xfrm>
          <a:off x="720000" y="1589488"/>
          <a:ext cx="7704000" cy="2169150"/>
        </p:xfrm>
        <a:graphic>
          <a:graphicData uri="http://schemas.openxmlformats.org/drawingml/2006/table">
            <a:tbl>
              <a:tblPr>
                <a:noFill/>
                <a:tableStyleId>{F952BC47-DEB5-42AE-B508-9AF749495DB4}</a:tableStyleId>
              </a:tblPr>
              <a:tblGrid>
                <a:gridCol w="2619875">
                  <a:extLst>
                    <a:ext uri="{9D8B030D-6E8A-4147-A177-3AD203B41FA5}">
                      <a16:colId xmlns:a16="http://schemas.microsoft.com/office/drawing/2014/main" val="20000"/>
                    </a:ext>
                  </a:extLst>
                </a:gridCol>
                <a:gridCol w="5084125">
                  <a:extLst>
                    <a:ext uri="{9D8B030D-6E8A-4147-A177-3AD203B41FA5}">
                      <a16:colId xmlns:a16="http://schemas.microsoft.com/office/drawing/2014/main" val="20001"/>
                    </a:ext>
                  </a:extLst>
                </a:gridCol>
              </a:tblGrid>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3" action="ppaction://hlinksldjump">
                            <a:extLst>
                              <a:ext uri="{A12FA001-AC4F-418D-AE19-62706E023703}">
                                <ahyp:hlinkClr xmlns:ahyp="http://schemas.microsoft.com/office/drawing/2018/hyperlinkcolor" val="tx"/>
                              </a:ext>
                            </a:extLst>
                          </a:hlinkClick>
                        </a:rPr>
                        <a:t>Fonts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To view this template correctly in PowerPoint, download and install the fonts we used</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4" action="ppaction://hlinksldjump">
                            <a:extLst>
                              <a:ext uri="{A12FA001-AC4F-418D-AE19-62706E023703}">
                                <ahyp:hlinkClr xmlns:ahyp="http://schemas.microsoft.com/office/drawing/2018/hyperlinkcolor" val="tx"/>
                              </a:ext>
                            </a:extLst>
                          </a:hlinkClick>
                        </a:rPr>
                        <a:t>Used</a:t>
                      </a:r>
                      <a:r>
                        <a:rPr lang="en" sz="1000" b="1">
                          <a:solidFill>
                            <a:schemeClr val="dk1"/>
                          </a:solidFill>
                          <a:latin typeface="Figtree"/>
                          <a:ea typeface="Figtree"/>
                          <a:cs typeface="Figtree"/>
                          <a:sym typeface="Figtree"/>
                        </a:rPr>
                        <a:t> and </a:t>
                      </a:r>
                      <a:r>
                        <a:rPr lang="en" sz="1000" b="1" u="sng">
                          <a:solidFill>
                            <a:schemeClr val="dk1"/>
                          </a:solidFill>
                          <a:latin typeface="Figtree"/>
                          <a:ea typeface="Figtree"/>
                          <a:cs typeface="Figtree"/>
                          <a:sym typeface="Figtree"/>
                          <a:hlinkClick r:id="rId5" action="ppaction://hlinksldjump">
                            <a:extLst>
                              <a:ext uri="{A12FA001-AC4F-418D-AE19-62706E023703}">
                                <ahyp:hlinkClr xmlns:ahyp="http://schemas.microsoft.com/office/drawing/2018/hyperlinkcolor" val="tx"/>
                              </a:ext>
                            </a:extLst>
                          </a:hlinkClick>
                        </a:rPr>
                        <a:t>alternative resources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 sz="1000">
                          <a:solidFill>
                            <a:schemeClr val="dk1"/>
                          </a:solidFill>
                          <a:latin typeface="Figtree"/>
                          <a:ea typeface="Figtree"/>
                          <a:cs typeface="Figtree"/>
                          <a:sym typeface="Figtree"/>
                        </a:rPr>
                        <a:t>An assortment of graphic resources that are suitable for use in this presentation</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6" action="ppaction://hlinksldjump">
                            <a:extLst>
                              <a:ext uri="{A12FA001-AC4F-418D-AE19-62706E023703}">
                                <ahyp:hlinkClr xmlns:ahyp="http://schemas.microsoft.com/office/drawing/2018/hyperlinkcolor" val="tx"/>
                              </a:ext>
                            </a:extLst>
                          </a:hlinkClick>
                        </a:rPr>
                        <a:t>Thanks slide</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You must keep it so that proper credits for our design are given</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3" action="ppaction://hlinksldjump">
                            <a:extLst>
                              <a:ext uri="{A12FA001-AC4F-418D-AE19-62706E023703}">
                                <ahyp:hlinkClr xmlns:ahyp="http://schemas.microsoft.com/office/drawing/2018/hyperlinkcolor" val="tx"/>
                              </a:ext>
                            </a:extLst>
                          </a:hlinkClick>
                        </a:rPr>
                        <a:t>Colors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All the colors used in this presentation</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7" action="ppaction://hlinksldjump">
                            <a:extLst>
                              <a:ext uri="{A12FA001-AC4F-418D-AE19-62706E023703}">
                                <ahyp:hlinkClr xmlns:ahyp="http://schemas.microsoft.com/office/drawing/2018/hyperlinkcolor" val="tx"/>
                              </a:ext>
                            </a:extLst>
                          </a:hlinkClick>
                        </a:rPr>
                        <a:t>Icons</a:t>
                      </a:r>
                      <a:r>
                        <a:rPr lang="en" sz="1000" b="1">
                          <a:solidFill>
                            <a:schemeClr val="dk1"/>
                          </a:solidFill>
                          <a:latin typeface="Figtree"/>
                          <a:ea typeface="Figtree"/>
                          <a:cs typeface="Figtree"/>
                          <a:sym typeface="Figtree"/>
                        </a:rPr>
                        <a:t> and </a:t>
                      </a:r>
                      <a:r>
                        <a:rPr lang="en" sz="1000" b="1" u="sng">
                          <a:solidFill>
                            <a:schemeClr val="dk1"/>
                          </a:solidFill>
                          <a:latin typeface="Figtree"/>
                          <a:ea typeface="Figtree"/>
                          <a:cs typeface="Figtree"/>
                          <a:sym typeface="Figtree"/>
                          <a:hlinkClick r:id="rId8" action="ppaction://hlinksldjump">
                            <a:extLst>
                              <a:ext uri="{A12FA001-AC4F-418D-AE19-62706E023703}">
                                <ahyp:hlinkClr xmlns:ahyp="http://schemas.microsoft.com/office/drawing/2018/hyperlinkcolor" val="tx"/>
                              </a:ext>
                            </a:extLst>
                          </a:hlinkClick>
                        </a:rPr>
                        <a:t>infographic resources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These can be used in the template, and their size and color can be edited</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1525">
                <a:tc>
                  <a:txBody>
                    <a:bodyPr/>
                    <a:lstStyle/>
                    <a:p>
                      <a:pPr marL="0" lvl="0" indent="0" algn="l" rtl="0">
                        <a:spcBef>
                          <a:spcPts val="0"/>
                        </a:spcBef>
                        <a:spcAft>
                          <a:spcPts val="0"/>
                        </a:spcAft>
                        <a:buNone/>
                      </a:pPr>
                      <a:r>
                        <a:rPr lang="en" sz="1000" b="1">
                          <a:solidFill>
                            <a:schemeClr val="dk1"/>
                          </a:solidFill>
                          <a:latin typeface="Figtree"/>
                          <a:ea typeface="Figtree"/>
                          <a:cs typeface="Figtree"/>
                          <a:sym typeface="Figtree"/>
                        </a:rPr>
                        <a:t>Editable presentation theme </a:t>
                      </a:r>
                      <a:endParaRPr sz="1000" b="1">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You can edit the master slides easily. For more info, click </a:t>
                      </a:r>
                      <a:r>
                        <a:rPr lang="en" sz="1000" b="1" u="sng">
                          <a:solidFill>
                            <a:schemeClr val="dk1"/>
                          </a:solidFill>
                          <a:latin typeface="Figtree"/>
                          <a:ea typeface="Figtree"/>
                          <a:cs typeface="Figtree"/>
                          <a:sym typeface="Figtree"/>
                          <a:hlinkClick r:id="rId9">
                            <a:extLst>
                              <a:ext uri="{A12FA001-AC4F-418D-AE19-62706E023703}">
                                <ahyp:hlinkClr xmlns:ahyp="http://schemas.microsoft.com/office/drawing/2018/hyperlinkcolor" val="tx"/>
                              </a:ext>
                            </a:extLst>
                          </a:hlinkClick>
                        </a:rPr>
                        <a:t>here</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223" name="Google Shape;223;p28"/>
          <p:cNvSpPr txBox="1"/>
          <p:nvPr/>
        </p:nvSpPr>
        <p:spPr>
          <a:xfrm>
            <a:off x="721524" y="3955938"/>
            <a:ext cx="17133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dk1"/>
                </a:solidFill>
                <a:latin typeface="Figtree"/>
                <a:ea typeface="Figtree"/>
                <a:cs typeface="Figtree"/>
                <a:sym typeface="Figtree"/>
              </a:rPr>
              <a:t>For more info:</a:t>
            </a:r>
            <a:br>
              <a:rPr lang="en" sz="1000" b="1">
                <a:solidFill>
                  <a:schemeClr val="dk1"/>
                </a:solidFill>
                <a:latin typeface="Figtree"/>
                <a:ea typeface="Figtree"/>
                <a:cs typeface="Figtree"/>
                <a:sym typeface="Figtree"/>
              </a:rPr>
            </a:br>
            <a:r>
              <a:rPr lang="en" sz="1000" b="1" u="sng">
                <a:solidFill>
                  <a:schemeClr val="dk1"/>
                </a:solidFill>
                <a:latin typeface="Figtree"/>
                <a:ea typeface="Figtree"/>
                <a:cs typeface="Figtree"/>
                <a:sym typeface="Figtree"/>
                <a:hlinkClick r:id="rId10">
                  <a:extLst>
                    <a:ext uri="{A12FA001-AC4F-418D-AE19-62706E023703}">
                      <ahyp:hlinkClr xmlns:ahyp="http://schemas.microsoft.com/office/drawing/2018/hyperlinkcolor" val="tx"/>
                    </a:ext>
                  </a:extLst>
                </a:hlinkClick>
              </a:rPr>
              <a:t>SLIDESGO</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1">
                  <a:extLst>
                    <a:ext uri="{A12FA001-AC4F-418D-AE19-62706E023703}">
                      <ahyp:hlinkClr xmlns:ahyp="http://schemas.microsoft.com/office/drawing/2018/hyperlinkcolor" val="tx"/>
                    </a:ext>
                  </a:extLst>
                </a:hlinkClick>
              </a:rPr>
              <a:t>BLOG</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2">
                  <a:extLst>
                    <a:ext uri="{A12FA001-AC4F-418D-AE19-62706E023703}">
                      <ahyp:hlinkClr xmlns:ahyp="http://schemas.microsoft.com/office/drawing/2018/hyperlinkcolor" val="tx"/>
                    </a:ext>
                  </a:extLst>
                </a:hlinkClick>
              </a:rPr>
              <a:t>FAQs</a:t>
            </a:r>
            <a:endParaRPr sz="1000" b="1" u="sng">
              <a:solidFill>
                <a:schemeClr val="dk1"/>
              </a:solidFill>
              <a:latin typeface="Figtree"/>
              <a:ea typeface="Figtree"/>
              <a:cs typeface="Figtree"/>
              <a:sym typeface="Figtree"/>
            </a:endParaRPr>
          </a:p>
        </p:txBody>
      </p:sp>
      <p:sp>
        <p:nvSpPr>
          <p:cNvPr id="224" name="Google Shape;224;p28"/>
          <p:cNvSpPr txBox="1"/>
          <p:nvPr/>
        </p:nvSpPr>
        <p:spPr>
          <a:xfrm>
            <a:off x="3565300" y="3955938"/>
            <a:ext cx="34971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dk1"/>
                </a:solidFill>
                <a:latin typeface="Figtree"/>
                <a:ea typeface="Figtree"/>
                <a:cs typeface="Figtree"/>
                <a:sym typeface="Figtree"/>
              </a:rPr>
              <a:t>You can visit our sister projects:</a:t>
            </a:r>
            <a:br>
              <a:rPr lang="en" sz="1000" b="1">
                <a:solidFill>
                  <a:schemeClr val="dk1"/>
                </a:solidFill>
                <a:latin typeface="Figtree"/>
                <a:ea typeface="Figtree"/>
                <a:cs typeface="Figtree"/>
                <a:sym typeface="Figtree"/>
              </a:rPr>
            </a:br>
            <a:r>
              <a:rPr lang="en" sz="1000" b="1" u="sng">
                <a:solidFill>
                  <a:schemeClr val="dk1"/>
                </a:solidFill>
                <a:latin typeface="Figtree"/>
                <a:ea typeface="Figtree"/>
                <a:cs typeface="Figtree"/>
                <a:sym typeface="Figtree"/>
                <a:hlinkClick r:id="rId13">
                  <a:extLst>
                    <a:ext uri="{A12FA001-AC4F-418D-AE19-62706E023703}">
                      <ahyp:hlinkClr xmlns:ahyp="http://schemas.microsoft.com/office/drawing/2018/hyperlinkcolor" val="tx"/>
                    </a:ext>
                  </a:extLst>
                </a:hlinkClick>
              </a:rPr>
              <a:t>FREEPIK</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4">
                  <a:extLst>
                    <a:ext uri="{A12FA001-AC4F-418D-AE19-62706E023703}">
                      <ahyp:hlinkClr xmlns:ahyp="http://schemas.microsoft.com/office/drawing/2018/hyperlinkcolor" val="tx"/>
                    </a:ext>
                  </a:extLst>
                </a:hlinkClick>
              </a:rPr>
              <a:t>FLATICON</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5">
                  <a:extLst>
                    <a:ext uri="{A12FA001-AC4F-418D-AE19-62706E023703}">
                      <ahyp:hlinkClr xmlns:ahyp="http://schemas.microsoft.com/office/drawing/2018/hyperlinkcolor" val="tx"/>
                    </a:ext>
                  </a:extLst>
                </a:hlinkClick>
              </a:rPr>
              <a:t>STORYSET</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6">
                  <a:extLst>
                    <a:ext uri="{A12FA001-AC4F-418D-AE19-62706E023703}">
                      <ahyp:hlinkClr xmlns:ahyp="http://schemas.microsoft.com/office/drawing/2018/hyperlinkcolor" val="tx"/>
                    </a:ext>
                  </a:extLst>
                </a:hlinkClick>
              </a:rPr>
              <a:t>WEPIK</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7">
                  <a:extLst>
                    <a:ext uri="{A12FA001-AC4F-418D-AE19-62706E023703}">
                      <ahyp:hlinkClr xmlns:ahyp="http://schemas.microsoft.com/office/drawing/2018/hyperlinkcolor" val="tx"/>
                    </a:ext>
                  </a:extLst>
                </a:hlinkClick>
              </a:rPr>
              <a:t>VIDEVO</a:t>
            </a:r>
            <a:endParaRPr sz="1000" b="1">
              <a:solidFill>
                <a:schemeClr val="dk1"/>
              </a:solidFill>
              <a:latin typeface="Figtree"/>
              <a:ea typeface="Figtree"/>
              <a:cs typeface="Figtree"/>
              <a:sym typeface="Figtree"/>
            </a:endParaRPr>
          </a:p>
        </p:txBody>
      </p:sp>
      <p:grpSp>
        <p:nvGrpSpPr>
          <p:cNvPr id="225" name="Google Shape;225;p28"/>
          <p:cNvGrpSpPr/>
          <p:nvPr/>
        </p:nvGrpSpPr>
        <p:grpSpPr>
          <a:xfrm rot="5400000">
            <a:off x="7751383" y="3607473"/>
            <a:ext cx="615152" cy="1993044"/>
            <a:chOff x="6482900" y="1354425"/>
            <a:chExt cx="235600" cy="1342750"/>
          </a:xfrm>
        </p:grpSpPr>
        <p:sp>
          <p:nvSpPr>
            <p:cNvPr id="226" name="Google Shape;226;p28"/>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8"/>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8"/>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8"/>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9"/>
          <p:cNvSpPr txBox="1">
            <a:spLocks noGrp="1"/>
          </p:cNvSpPr>
          <p:nvPr>
            <p:ph type="title"/>
          </p:nvPr>
        </p:nvSpPr>
        <p:spPr>
          <a:xfrm>
            <a:off x="2320200" y="445025"/>
            <a:ext cx="6103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241" name="Google Shape;241;p29"/>
          <p:cNvSpPr txBox="1">
            <a:spLocks noGrp="1"/>
          </p:cNvSpPr>
          <p:nvPr>
            <p:ph type="title" idx="2"/>
          </p:nvPr>
        </p:nvSpPr>
        <p:spPr>
          <a:xfrm>
            <a:off x="2450125" y="1584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242" name="Google Shape;242;p29"/>
          <p:cNvSpPr txBox="1">
            <a:spLocks noGrp="1"/>
          </p:cNvSpPr>
          <p:nvPr>
            <p:ph type="title" idx="3"/>
          </p:nvPr>
        </p:nvSpPr>
        <p:spPr>
          <a:xfrm>
            <a:off x="2450125" y="3017802"/>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243" name="Google Shape;243;p29"/>
          <p:cNvSpPr txBox="1">
            <a:spLocks noGrp="1"/>
          </p:cNvSpPr>
          <p:nvPr>
            <p:ph type="title" idx="4"/>
          </p:nvPr>
        </p:nvSpPr>
        <p:spPr>
          <a:xfrm>
            <a:off x="4387400" y="1584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244" name="Google Shape;244;p29"/>
          <p:cNvSpPr txBox="1">
            <a:spLocks noGrp="1"/>
          </p:cNvSpPr>
          <p:nvPr>
            <p:ph type="title" idx="5"/>
          </p:nvPr>
        </p:nvSpPr>
        <p:spPr>
          <a:xfrm>
            <a:off x="4387400" y="3017802"/>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245" name="Google Shape;245;p29"/>
          <p:cNvSpPr txBox="1">
            <a:spLocks noGrp="1"/>
          </p:cNvSpPr>
          <p:nvPr>
            <p:ph type="title" idx="6"/>
          </p:nvPr>
        </p:nvSpPr>
        <p:spPr>
          <a:xfrm>
            <a:off x="6324675" y="1584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246" name="Google Shape;246;p29"/>
          <p:cNvSpPr txBox="1">
            <a:spLocks noGrp="1"/>
          </p:cNvSpPr>
          <p:nvPr>
            <p:ph type="title" idx="7"/>
          </p:nvPr>
        </p:nvSpPr>
        <p:spPr>
          <a:xfrm>
            <a:off x="6324675" y="3017802"/>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06</a:t>
            </a:r>
            <a:endParaRPr/>
          </a:p>
        </p:txBody>
      </p:sp>
      <p:sp>
        <p:nvSpPr>
          <p:cNvPr id="247" name="Google Shape;247;p29"/>
          <p:cNvSpPr txBox="1">
            <a:spLocks noGrp="1"/>
          </p:cNvSpPr>
          <p:nvPr>
            <p:ph type="subTitle" idx="1"/>
          </p:nvPr>
        </p:nvSpPr>
        <p:spPr>
          <a:xfrm>
            <a:off x="2450115" y="2027075"/>
            <a:ext cx="15891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48" name="Google Shape;248;p29"/>
          <p:cNvSpPr txBox="1">
            <a:spLocks noGrp="1"/>
          </p:cNvSpPr>
          <p:nvPr>
            <p:ph type="subTitle" idx="8"/>
          </p:nvPr>
        </p:nvSpPr>
        <p:spPr>
          <a:xfrm>
            <a:off x="4387390" y="202707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49" name="Google Shape;249;p29"/>
          <p:cNvSpPr txBox="1">
            <a:spLocks noGrp="1"/>
          </p:cNvSpPr>
          <p:nvPr>
            <p:ph type="subTitle" idx="9"/>
          </p:nvPr>
        </p:nvSpPr>
        <p:spPr>
          <a:xfrm>
            <a:off x="6324665" y="202707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50" name="Google Shape;250;p29"/>
          <p:cNvSpPr txBox="1">
            <a:spLocks noGrp="1"/>
          </p:cNvSpPr>
          <p:nvPr>
            <p:ph type="subTitle" idx="13"/>
          </p:nvPr>
        </p:nvSpPr>
        <p:spPr>
          <a:xfrm>
            <a:off x="2450115" y="3460425"/>
            <a:ext cx="15891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51" name="Google Shape;251;p29"/>
          <p:cNvSpPr txBox="1">
            <a:spLocks noGrp="1"/>
          </p:cNvSpPr>
          <p:nvPr>
            <p:ph type="subTitle" idx="14"/>
          </p:nvPr>
        </p:nvSpPr>
        <p:spPr>
          <a:xfrm>
            <a:off x="4387390" y="346042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52" name="Google Shape;252;p29"/>
          <p:cNvSpPr txBox="1">
            <a:spLocks noGrp="1"/>
          </p:cNvSpPr>
          <p:nvPr>
            <p:ph type="subTitle" idx="15"/>
          </p:nvPr>
        </p:nvSpPr>
        <p:spPr>
          <a:xfrm>
            <a:off x="6324665" y="346042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grpSp>
        <p:nvGrpSpPr>
          <p:cNvPr id="253" name="Google Shape;253;p29"/>
          <p:cNvGrpSpPr/>
          <p:nvPr/>
        </p:nvGrpSpPr>
        <p:grpSpPr>
          <a:xfrm rot="10800000">
            <a:off x="1109025" y="1386440"/>
            <a:ext cx="615152" cy="2716009"/>
            <a:chOff x="6482900" y="1354425"/>
            <a:chExt cx="235600" cy="1829825"/>
          </a:xfrm>
        </p:grpSpPr>
        <p:sp>
          <p:nvSpPr>
            <p:cNvPr id="254" name="Google Shape;254;p29"/>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9"/>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9"/>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9"/>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9"/>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9"/>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9"/>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9"/>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9"/>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9"/>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9"/>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9"/>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9"/>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9"/>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0"/>
          <p:cNvSpPr txBox="1">
            <a:spLocks noGrp="1"/>
          </p:cNvSpPr>
          <p:nvPr>
            <p:ph type="title"/>
          </p:nvPr>
        </p:nvSpPr>
        <p:spPr>
          <a:xfrm>
            <a:off x="722025" y="1061100"/>
            <a:ext cx="3644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column</a:t>
            </a:r>
            <a:endParaRPr/>
          </a:p>
        </p:txBody>
      </p:sp>
      <p:sp>
        <p:nvSpPr>
          <p:cNvPr id="273" name="Google Shape;273;p30"/>
          <p:cNvSpPr txBox="1">
            <a:spLocks noGrp="1"/>
          </p:cNvSpPr>
          <p:nvPr>
            <p:ph type="subTitle" idx="1"/>
          </p:nvPr>
        </p:nvSpPr>
        <p:spPr>
          <a:xfrm>
            <a:off x="722033" y="2158025"/>
            <a:ext cx="3644700" cy="170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Do you know what helps you make your point clear? Lists like this one:</a:t>
            </a:r>
            <a:endParaRPr/>
          </a:p>
          <a:p>
            <a:pPr marL="457200" lvl="0" indent="-304800" algn="l" rtl="0">
              <a:spcBef>
                <a:spcPts val="1000"/>
              </a:spcBef>
              <a:spcAft>
                <a:spcPts val="0"/>
              </a:spcAft>
              <a:buSzPts val="1200"/>
              <a:buChar char="●"/>
            </a:pPr>
            <a:r>
              <a:rPr lang="en"/>
              <a:t>They’re simple </a:t>
            </a:r>
            <a:endParaRPr/>
          </a:p>
          <a:p>
            <a:pPr marL="457200" lvl="0" indent="-304800" algn="l" rtl="0">
              <a:spcBef>
                <a:spcPts val="0"/>
              </a:spcBef>
              <a:spcAft>
                <a:spcPts val="0"/>
              </a:spcAft>
              <a:buSzPts val="1200"/>
              <a:buChar char="●"/>
            </a:pPr>
            <a:r>
              <a:rPr lang="en"/>
              <a:t>You can organize your ideas clearly</a:t>
            </a:r>
            <a:endParaRPr/>
          </a:p>
          <a:p>
            <a:pPr marL="457200" lvl="0" indent="-304800" algn="l" rtl="0">
              <a:spcBef>
                <a:spcPts val="0"/>
              </a:spcBef>
              <a:spcAft>
                <a:spcPts val="0"/>
              </a:spcAft>
              <a:buSzPts val="1200"/>
              <a:buChar char="●"/>
            </a:pPr>
            <a:r>
              <a:rPr lang="en"/>
              <a:t>You’ll never forget to buy milk!</a:t>
            </a:r>
            <a:endParaRPr/>
          </a:p>
          <a:p>
            <a:pPr marL="0" lvl="0" indent="0" algn="l" rtl="0">
              <a:spcBef>
                <a:spcPts val="1000"/>
              </a:spcBef>
              <a:spcAft>
                <a:spcPts val="0"/>
              </a:spcAft>
              <a:buNone/>
            </a:pPr>
            <a:r>
              <a:rPr lang="en"/>
              <a:t>You can replace the image. Just right-click on it and select “Replace image”</a:t>
            </a:r>
            <a:endParaRPr/>
          </a:p>
        </p:txBody>
      </p:sp>
      <p:pic>
        <p:nvPicPr>
          <p:cNvPr id="274" name="Google Shape;274;p30"/>
          <p:cNvPicPr preferRelativeResize="0">
            <a:picLocks noGrp="1"/>
          </p:cNvPicPr>
          <p:nvPr>
            <p:ph type="pic" idx="2"/>
          </p:nvPr>
        </p:nvPicPr>
        <p:blipFill rotWithShape="1">
          <a:blip r:embed="rId3">
            <a:alphaModFix/>
          </a:blip>
          <a:srcRect t="12406" b="-831"/>
          <a:stretch/>
        </p:blipFill>
        <p:spPr>
          <a:xfrm>
            <a:off x="4759350" y="539500"/>
            <a:ext cx="3063702" cy="4064502"/>
          </a:xfrm>
          <a:prstGeom prst="rect">
            <a:avLst/>
          </a:prstGeom>
        </p:spPr>
      </p:pic>
      <p:grpSp>
        <p:nvGrpSpPr>
          <p:cNvPr id="275" name="Google Shape;275;p30"/>
          <p:cNvGrpSpPr/>
          <p:nvPr/>
        </p:nvGrpSpPr>
        <p:grpSpPr>
          <a:xfrm rot="10800000">
            <a:off x="8123200" y="1438915"/>
            <a:ext cx="615152" cy="2716009"/>
            <a:chOff x="6482900" y="1354425"/>
            <a:chExt cx="235600" cy="1829825"/>
          </a:xfrm>
        </p:grpSpPr>
        <p:sp>
          <p:nvSpPr>
            <p:cNvPr id="276" name="Google Shape;276;p30"/>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0"/>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0"/>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0"/>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0"/>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30"/>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30"/>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30"/>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30"/>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30"/>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30"/>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30"/>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30"/>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30"/>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93"/>
        <p:cNvGrpSpPr/>
        <p:nvPr/>
      </p:nvGrpSpPr>
      <p:grpSpPr>
        <a:xfrm>
          <a:off x="0" y="0"/>
          <a:ext cx="0" cy="0"/>
          <a:chOff x="0" y="0"/>
          <a:chExt cx="0" cy="0"/>
        </a:xfrm>
      </p:grpSpPr>
      <p:sp>
        <p:nvSpPr>
          <p:cNvPr id="294" name="Google Shape;294;p31"/>
          <p:cNvSpPr/>
          <p:nvPr/>
        </p:nvSpPr>
        <p:spPr>
          <a:xfrm>
            <a:off x="2700125" y="362000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295" name="Google Shape;295;p31"/>
          <p:cNvSpPr/>
          <p:nvPr/>
        </p:nvSpPr>
        <p:spPr>
          <a:xfrm>
            <a:off x="0" y="2472129"/>
            <a:ext cx="6783000" cy="1770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296" name="Google Shape;296;p31"/>
          <p:cNvSpPr txBox="1">
            <a:spLocks noGrp="1"/>
          </p:cNvSpPr>
          <p:nvPr>
            <p:ph type="title"/>
          </p:nvPr>
        </p:nvSpPr>
        <p:spPr>
          <a:xfrm>
            <a:off x="713225" y="2684385"/>
            <a:ext cx="3858900" cy="1345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97" name="Google Shape;297;p31"/>
          <p:cNvSpPr txBox="1">
            <a:spLocks noGrp="1"/>
          </p:cNvSpPr>
          <p:nvPr>
            <p:ph type="title" idx="2"/>
          </p:nvPr>
        </p:nvSpPr>
        <p:spPr>
          <a:xfrm>
            <a:off x="713225" y="1419535"/>
            <a:ext cx="1450800" cy="9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grpSp>
        <p:nvGrpSpPr>
          <p:cNvPr id="298" name="Google Shape;298;p31"/>
          <p:cNvGrpSpPr/>
          <p:nvPr/>
        </p:nvGrpSpPr>
        <p:grpSpPr>
          <a:xfrm rot="5400000">
            <a:off x="6030800" y="1131615"/>
            <a:ext cx="615152" cy="2716009"/>
            <a:chOff x="6482900" y="1354425"/>
            <a:chExt cx="235600" cy="1829825"/>
          </a:xfrm>
        </p:grpSpPr>
        <p:sp>
          <p:nvSpPr>
            <p:cNvPr id="299" name="Google Shape;299;p31"/>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31"/>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31"/>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31"/>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31"/>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31"/>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31"/>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31"/>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31"/>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31"/>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31"/>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31"/>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31"/>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31"/>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2"/>
          <p:cNvSpPr txBox="1">
            <a:spLocks noGrp="1"/>
          </p:cNvSpPr>
          <p:nvPr>
            <p:ph type="subTitle" idx="4"/>
          </p:nvPr>
        </p:nvSpPr>
        <p:spPr>
          <a:xfrm>
            <a:off x="4779792" y="2283700"/>
            <a:ext cx="3660300" cy="428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318" name="Google Shape;318;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Two ideas</a:t>
            </a:r>
            <a:endParaRPr/>
          </a:p>
        </p:txBody>
      </p:sp>
      <p:sp>
        <p:nvSpPr>
          <p:cNvPr id="319" name="Google Shape;319;p32"/>
          <p:cNvSpPr txBox="1">
            <a:spLocks noGrp="1"/>
          </p:cNvSpPr>
          <p:nvPr>
            <p:ph type="subTitle" idx="1"/>
          </p:nvPr>
        </p:nvSpPr>
        <p:spPr>
          <a:xfrm>
            <a:off x="4779792" y="2726551"/>
            <a:ext cx="3660300" cy="110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hot—even hotter than Mercury—and its atmosphere is extremely poisonous. It’s the second-brightest natural object in the night sky after the Moon</a:t>
            </a:r>
            <a:endParaRPr/>
          </a:p>
        </p:txBody>
      </p:sp>
      <p:sp>
        <p:nvSpPr>
          <p:cNvPr id="320" name="Google Shape;320;p32"/>
          <p:cNvSpPr txBox="1">
            <a:spLocks noGrp="1"/>
          </p:cNvSpPr>
          <p:nvPr>
            <p:ph type="subTitle" idx="2"/>
          </p:nvPr>
        </p:nvSpPr>
        <p:spPr>
          <a:xfrm>
            <a:off x="746050" y="2726550"/>
            <a:ext cx="3660300" cy="110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 The planet’s name has nothing to do with the liquid metal, since Mercury was named after the Roman messenger god</a:t>
            </a:r>
            <a:endParaRPr/>
          </a:p>
        </p:txBody>
      </p:sp>
      <p:sp>
        <p:nvSpPr>
          <p:cNvPr id="321" name="Google Shape;321;p32"/>
          <p:cNvSpPr txBox="1">
            <a:spLocks noGrp="1"/>
          </p:cNvSpPr>
          <p:nvPr>
            <p:ph type="subTitle" idx="3"/>
          </p:nvPr>
        </p:nvSpPr>
        <p:spPr>
          <a:xfrm>
            <a:off x="746050" y="2283700"/>
            <a:ext cx="3660300" cy="428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grpSp>
        <p:nvGrpSpPr>
          <p:cNvPr id="322" name="Google Shape;322;p32"/>
          <p:cNvGrpSpPr/>
          <p:nvPr/>
        </p:nvGrpSpPr>
        <p:grpSpPr>
          <a:xfrm rot="5400000">
            <a:off x="6074983" y="3595123"/>
            <a:ext cx="615152" cy="1993044"/>
            <a:chOff x="6482900" y="1354425"/>
            <a:chExt cx="235600" cy="1342750"/>
          </a:xfrm>
        </p:grpSpPr>
        <p:sp>
          <p:nvSpPr>
            <p:cNvPr id="323" name="Google Shape;323;p32"/>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32"/>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32"/>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32"/>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32"/>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32"/>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32"/>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32"/>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32"/>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32"/>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3" name="Google Shape;333;p32"/>
          <p:cNvCxnSpPr/>
          <p:nvPr/>
        </p:nvCxnSpPr>
        <p:spPr>
          <a:xfrm>
            <a:off x="847165" y="2145779"/>
            <a:ext cx="433200" cy="0"/>
          </a:xfrm>
          <a:prstGeom prst="straightConnector1">
            <a:avLst/>
          </a:prstGeom>
          <a:noFill/>
          <a:ln w="38100" cap="flat" cmpd="sng">
            <a:solidFill>
              <a:schemeClr val="dk1"/>
            </a:solidFill>
            <a:prstDash val="solid"/>
            <a:round/>
            <a:headEnd type="none" w="med" len="med"/>
            <a:tailEnd type="none" w="med" len="med"/>
          </a:ln>
        </p:spPr>
      </p:cxnSp>
      <p:cxnSp>
        <p:nvCxnSpPr>
          <p:cNvPr id="334" name="Google Shape;334;p32"/>
          <p:cNvCxnSpPr/>
          <p:nvPr/>
        </p:nvCxnSpPr>
        <p:spPr>
          <a:xfrm>
            <a:off x="4849606" y="2145779"/>
            <a:ext cx="433200" cy="0"/>
          </a:xfrm>
          <a:prstGeom prst="straightConnector1">
            <a:avLst/>
          </a:prstGeom>
          <a:noFill/>
          <a:ln w="38100" cap="flat" cmpd="sng">
            <a:solidFill>
              <a:schemeClr val="dk1"/>
            </a:solidFill>
            <a:prstDash val="solid"/>
            <a:round/>
            <a:headEnd type="none" w="med" len="med"/>
            <a:tailEnd type="none" w="med" len="med"/>
          </a:ln>
        </p:spPr>
      </p:cxnSp>
      <p:grpSp>
        <p:nvGrpSpPr>
          <p:cNvPr id="335" name="Google Shape;335;p32"/>
          <p:cNvGrpSpPr/>
          <p:nvPr/>
        </p:nvGrpSpPr>
        <p:grpSpPr>
          <a:xfrm>
            <a:off x="847071" y="1506083"/>
            <a:ext cx="382349" cy="382001"/>
            <a:chOff x="2201806" y="1976585"/>
            <a:chExt cx="349784" cy="349434"/>
          </a:xfrm>
        </p:grpSpPr>
        <p:sp>
          <p:nvSpPr>
            <p:cNvPr id="336" name="Google Shape;336;p32"/>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32"/>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32"/>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32"/>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 name="Google Shape;340;p32"/>
          <p:cNvGrpSpPr/>
          <p:nvPr/>
        </p:nvGrpSpPr>
        <p:grpSpPr>
          <a:xfrm>
            <a:off x="4875766" y="1547589"/>
            <a:ext cx="352534" cy="298983"/>
            <a:chOff x="2661459" y="2015001"/>
            <a:chExt cx="322508" cy="273494"/>
          </a:xfrm>
        </p:grpSpPr>
        <p:sp>
          <p:nvSpPr>
            <p:cNvPr id="341" name="Google Shape;341;p32"/>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32"/>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Three ideas</a:t>
            </a:r>
            <a:endParaRPr/>
          </a:p>
        </p:txBody>
      </p:sp>
      <p:sp>
        <p:nvSpPr>
          <p:cNvPr id="348" name="Google Shape;348;p33"/>
          <p:cNvSpPr txBox="1">
            <a:spLocks noGrp="1"/>
          </p:cNvSpPr>
          <p:nvPr>
            <p:ph type="subTitle" idx="4"/>
          </p:nvPr>
        </p:nvSpPr>
        <p:spPr>
          <a:xfrm>
            <a:off x="724025" y="2271200"/>
            <a:ext cx="2422500" cy="44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349" name="Google Shape;349;p33"/>
          <p:cNvSpPr txBox="1">
            <a:spLocks noGrp="1"/>
          </p:cNvSpPr>
          <p:nvPr>
            <p:ph type="subTitle" idx="5"/>
          </p:nvPr>
        </p:nvSpPr>
        <p:spPr>
          <a:xfrm>
            <a:off x="3270754" y="2271200"/>
            <a:ext cx="2422500" cy="44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350" name="Google Shape;350;p33"/>
          <p:cNvSpPr txBox="1">
            <a:spLocks noGrp="1"/>
          </p:cNvSpPr>
          <p:nvPr>
            <p:ph type="subTitle" idx="1"/>
          </p:nvPr>
        </p:nvSpPr>
        <p:spPr>
          <a:xfrm>
            <a:off x="724025" y="2732225"/>
            <a:ext cx="2422500" cy="122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 and it was named after the Roman god of the skies</a:t>
            </a:r>
            <a:endParaRPr/>
          </a:p>
        </p:txBody>
      </p:sp>
      <p:sp>
        <p:nvSpPr>
          <p:cNvPr id="351" name="Google Shape;351;p33"/>
          <p:cNvSpPr txBox="1">
            <a:spLocks noGrp="1"/>
          </p:cNvSpPr>
          <p:nvPr>
            <p:ph type="subTitle" idx="2"/>
          </p:nvPr>
        </p:nvSpPr>
        <p:spPr>
          <a:xfrm>
            <a:off x="3270750" y="2732225"/>
            <a:ext cx="2422500" cy="122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and its atmosphere is poisonous. It’s the second-brightest natural object in the night sky</a:t>
            </a:r>
            <a:endParaRPr/>
          </a:p>
        </p:txBody>
      </p:sp>
      <p:sp>
        <p:nvSpPr>
          <p:cNvPr id="352" name="Google Shape;352;p33"/>
          <p:cNvSpPr txBox="1">
            <a:spLocks noGrp="1"/>
          </p:cNvSpPr>
          <p:nvPr>
            <p:ph type="subTitle" idx="3"/>
          </p:nvPr>
        </p:nvSpPr>
        <p:spPr>
          <a:xfrm>
            <a:off x="5817475" y="2732225"/>
            <a:ext cx="2422500" cy="122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Saturn is composed mostly of hydrogen and helium. This planet was named after the Roman god of wealth and agriculture</a:t>
            </a:r>
            <a:endParaRPr/>
          </a:p>
        </p:txBody>
      </p:sp>
      <p:sp>
        <p:nvSpPr>
          <p:cNvPr id="353" name="Google Shape;353;p33"/>
          <p:cNvSpPr txBox="1">
            <a:spLocks noGrp="1"/>
          </p:cNvSpPr>
          <p:nvPr>
            <p:ph type="subTitle" idx="6"/>
          </p:nvPr>
        </p:nvSpPr>
        <p:spPr>
          <a:xfrm>
            <a:off x="5817476" y="2271200"/>
            <a:ext cx="2422500" cy="44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grpSp>
        <p:nvGrpSpPr>
          <p:cNvPr id="354" name="Google Shape;354;p33"/>
          <p:cNvGrpSpPr/>
          <p:nvPr/>
        </p:nvGrpSpPr>
        <p:grpSpPr>
          <a:xfrm>
            <a:off x="836007" y="1504090"/>
            <a:ext cx="383712" cy="384096"/>
            <a:chOff x="3094217" y="1976585"/>
            <a:chExt cx="350198" cy="350548"/>
          </a:xfrm>
        </p:grpSpPr>
        <p:sp>
          <p:nvSpPr>
            <p:cNvPr id="355" name="Google Shape;355;p33"/>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33"/>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33"/>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33"/>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33"/>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33"/>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33"/>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33"/>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33"/>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33"/>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33"/>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33"/>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33"/>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 name="Google Shape;368;p33"/>
          <p:cNvGrpSpPr/>
          <p:nvPr/>
        </p:nvGrpSpPr>
        <p:grpSpPr>
          <a:xfrm>
            <a:off x="5931311" y="1503370"/>
            <a:ext cx="323362" cy="383259"/>
            <a:chOff x="3122257" y="1508594"/>
            <a:chExt cx="294850" cy="349434"/>
          </a:xfrm>
        </p:grpSpPr>
        <p:sp>
          <p:nvSpPr>
            <p:cNvPr id="369" name="Google Shape;369;p33"/>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33"/>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33"/>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33"/>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33"/>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74" name="Google Shape;374;p33"/>
          <p:cNvCxnSpPr/>
          <p:nvPr/>
        </p:nvCxnSpPr>
        <p:spPr>
          <a:xfrm>
            <a:off x="847165" y="2145779"/>
            <a:ext cx="433200" cy="0"/>
          </a:xfrm>
          <a:prstGeom prst="straightConnector1">
            <a:avLst/>
          </a:prstGeom>
          <a:noFill/>
          <a:ln w="38100" cap="flat" cmpd="sng">
            <a:solidFill>
              <a:schemeClr val="dk1"/>
            </a:solidFill>
            <a:prstDash val="solid"/>
            <a:round/>
            <a:headEnd type="none" w="med" len="med"/>
            <a:tailEnd type="none" w="med" len="med"/>
          </a:ln>
        </p:spPr>
      </p:cxnSp>
      <p:cxnSp>
        <p:nvCxnSpPr>
          <p:cNvPr id="375" name="Google Shape;375;p33"/>
          <p:cNvCxnSpPr/>
          <p:nvPr/>
        </p:nvCxnSpPr>
        <p:spPr>
          <a:xfrm>
            <a:off x="3366334" y="2145779"/>
            <a:ext cx="433200" cy="0"/>
          </a:xfrm>
          <a:prstGeom prst="straightConnector1">
            <a:avLst/>
          </a:prstGeom>
          <a:noFill/>
          <a:ln w="38100" cap="flat" cmpd="sng">
            <a:solidFill>
              <a:schemeClr val="dk1"/>
            </a:solidFill>
            <a:prstDash val="solid"/>
            <a:round/>
            <a:headEnd type="none" w="med" len="med"/>
            <a:tailEnd type="none" w="med" len="med"/>
          </a:ln>
        </p:spPr>
      </p:cxnSp>
      <p:cxnSp>
        <p:nvCxnSpPr>
          <p:cNvPr id="376" name="Google Shape;376;p33"/>
          <p:cNvCxnSpPr/>
          <p:nvPr/>
        </p:nvCxnSpPr>
        <p:spPr>
          <a:xfrm>
            <a:off x="5906684" y="2145779"/>
            <a:ext cx="433200" cy="0"/>
          </a:xfrm>
          <a:prstGeom prst="straightConnector1">
            <a:avLst/>
          </a:prstGeom>
          <a:noFill/>
          <a:ln w="38100" cap="flat" cmpd="sng">
            <a:solidFill>
              <a:schemeClr val="dk1"/>
            </a:solidFill>
            <a:prstDash val="solid"/>
            <a:round/>
            <a:headEnd type="none" w="med" len="med"/>
            <a:tailEnd type="none" w="med" len="med"/>
          </a:ln>
        </p:spPr>
      </p:cxnSp>
      <p:grpSp>
        <p:nvGrpSpPr>
          <p:cNvPr id="377" name="Google Shape;377;p33"/>
          <p:cNvGrpSpPr/>
          <p:nvPr/>
        </p:nvGrpSpPr>
        <p:grpSpPr>
          <a:xfrm>
            <a:off x="3366229" y="1491734"/>
            <a:ext cx="383691" cy="381988"/>
            <a:chOff x="3996113" y="4291176"/>
            <a:chExt cx="336512" cy="335048"/>
          </a:xfrm>
        </p:grpSpPr>
        <p:sp>
          <p:nvSpPr>
            <p:cNvPr id="378" name="Google Shape;378;p33"/>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3"/>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3"/>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 name="Google Shape;381;p33"/>
          <p:cNvGrpSpPr/>
          <p:nvPr/>
        </p:nvGrpSpPr>
        <p:grpSpPr>
          <a:xfrm rot="5400000">
            <a:off x="904327" y="3968418"/>
            <a:ext cx="615152" cy="1271155"/>
            <a:chOff x="6482900" y="1354425"/>
            <a:chExt cx="235600" cy="856400"/>
          </a:xfrm>
        </p:grpSpPr>
        <p:sp>
          <p:nvSpPr>
            <p:cNvPr id="382" name="Google Shape;382;p33"/>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3"/>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33"/>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33"/>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33"/>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33"/>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34"/>
          <p:cNvSpPr txBox="1">
            <a:spLocks noGrp="1"/>
          </p:cNvSpPr>
          <p:nvPr>
            <p:ph type="subTitle" idx="6"/>
          </p:nvPr>
        </p:nvSpPr>
        <p:spPr>
          <a:xfrm>
            <a:off x="713236" y="287090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393" name="Google Shape;393;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Four ideas</a:t>
            </a:r>
            <a:endParaRPr/>
          </a:p>
        </p:txBody>
      </p:sp>
      <p:sp>
        <p:nvSpPr>
          <p:cNvPr id="394" name="Google Shape;394;p34"/>
          <p:cNvSpPr txBox="1">
            <a:spLocks noGrp="1"/>
          </p:cNvSpPr>
          <p:nvPr>
            <p:ph type="subTitle" idx="1"/>
          </p:nvPr>
        </p:nvSpPr>
        <p:spPr>
          <a:xfrm>
            <a:off x="713236" y="1732200"/>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 and it’s made of basalt</a:t>
            </a:r>
            <a:endParaRPr/>
          </a:p>
        </p:txBody>
      </p:sp>
      <p:sp>
        <p:nvSpPr>
          <p:cNvPr id="395" name="Google Shape;395;p34"/>
          <p:cNvSpPr txBox="1">
            <a:spLocks noGrp="1"/>
          </p:cNvSpPr>
          <p:nvPr>
            <p:ph type="subTitle" idx="2"/>
          </p:nvPr>
        </p:nvSpPr>
        <p:spPr>
          <a:xfrm>
            <a:off x="4539788" y="1732200"/>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Venus is terribly hot and Venus has a very poisonous atmosphere</a:t>
            </a:r>
            <a:endParaRPr/>
          </a:p>
        </p:txBody>
      </p:sp>
      <p:sp>
        <p:nvSpPr>
          <p:cNvPr id="396" name="Google Shape;396;p34"/>
          <p:cNvSpPr txBox="1">
            <a:spLocks noGrp="1"/>
          </p:cNvSpPr>
          <p:nvPr>
            <p:ph type="subTitle" idx="3"/>
          </p:nvPr>
        </p:nvSpPr>
        <p:spPr>
          <a:xfrm>
            <a:off x="713236" y="3240375"/>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 and named after a Roman god</a:t>
            </a:r>
            <a:endParaRPr/>
          </a:p>
        </p:txBody>
      </p:sp>
      <p:sp>
        <p:nvSpPr>
          <p:cNvPr id="397" name="Google Shape;397;p34"/>
          <p:cNvSpPr txBox="1">
            <a:spLocks noGrp="1"/>
          </p:cNvSpPr>
          <p:nvPr>
            <p:ph type="subTitle" idx="4"/>
          </p:nvPr>
        </p:nvSpPr>
        <p:spPr>
          <a:xfrm>
            <a:off x="4539788" y="3240375"/>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It’s composed mostly of hydrogen and helium. It’s the sixth planet from the Sun</a:t>
            </a:r>
            <a:endParaRPr/>
          </a:p>
        </p:txBody>
      </p:sp>
      <p:sp>
        <p:nvSpPr>
          <p:cNvPr id="398" name="Google Shape;398;p34"/>
          <p:cNvSpPr txBox="1">
            <a:spLocks noGrp="1"/>
          </p:cNvSpPr>
          <p:nvPr>
            <p:ph type="subTitle" idx="5"/>
          </p:nvPr>
        </p:nvSpPr>
        <p:spPr>
          <a:xfrm>
            <a:off x="713236" y="136265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399" name="Google Shape;399;p34"/>
          <p:cNvSpPr txBox="1">
            <a:spLocks noGrp="1"/>
          </p:cNvSpPr>
          <p:nvPr>
            <p:ph type="subTitle" idx="7"/>
          </p:nvPr>
        </p:nvSpPr>
        <p:spPr>
          <a:xfrm>
            <a:off x="4539761" y="136265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400" name="Google Shape;400;p34"/>
          <p:cNvSpPr txBox="1">
            <a:spLocks noGrp="1"/>
          </p:cNvSpPr>
          <p:nvPr>
            <p:ph type="subTitle" idx="8"/>
          </p:nvPr>
        </p:nvSpPr>
        <p:spPr>
          <a:xfrm>
            <a:off x="4539761" y="287090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grpSp>
        <p:nvGrpSpPr>
          <p:cNvPr id="401" name="Google Shape;401;p34"/>
          <p:cNvGrpSpPr/>
          <p:nvPr/>
        </p:nvGrpSpPr>
        <p:grpSpPr>
          <a:xfrm rot="5400000">
            <a:off x="7751383" y="3607473"/>
            <a:ext cx="615152" cy="1993044"/>
            <a:chOff x="6482900" y="1354425"/>
            <a:chExt cx="235600" cy="1342750"/>
          </a:xfrm>
        </p:grpSpPr>
        <p:sp>
          <p:nvSpPr>
            <p:cNvPr id="402" name="Google Shape;402;p34"/>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34"/>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34"/>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4"/>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34"/>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34"/>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34"/>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4"/>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4"/>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4"/>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Six ideas</a:t>
            </a:r>
            <a:endParaRPr/>
          </a:p>
        </p:txBody>
      </p:sp>
      <p:sp>
        <p:nvSpPr>
          <p:cNvPr id="417" name="Google Shape;417;p35"/>
          <p:cNvSpPr txBox="1">
            <a:spLocks noGrp="1"/>
          </p:cNvSpPr>
          <p:nvPr>
            <p:ph type="subTitle" idx="1"/>
          </p:nvPr>
        </p:nvSpPr>
        <p:spPr>
          <a:xfrm>
            <a:off x="720000" y="1642577"/>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418" name="Google Shape;418;p35"/>
          <p:cNvSpPr txBox="1">
            <a:spLocks noGrp="1"/>
          </p:cNvSpPr>
          <p:nvPr>
            <p:ph type="subTitle" idx="2"/>
          </p:nvPr>
        </p:nvSpPr>
        <p:spPr>
          <a:xfrm>
            <a:off x="3371683" y="1642577"/>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even hotter than Mercury</a:t>
            </a:r>
            <a:endParaRPr/>
          </a:p>
        </p:txBody>
      </p:sp>
      <p:sp>
        <p:nvSpPr>
          <p:cNvPr id="419" name="Google Shape;419;p35"/>
          <p:cNvSpPr txBox="1">
            <a:spLocks noGrp="1"/>
          </p:cNvSpPr>
          <p:nvPr>
            <p:ph type="subTitle" idx="3"/>
          </p:nvPr>
        </p:nvSpPr>
        <p:spPr>
          <a:xfrm>
            <a:off x="720000" y="3059450"/>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third planet from the Sun and the only one that harbors life in the Solar System. We all live on this planet</a:t>
            </a:r>
            <a:endParaRPr/>
          </a:p>
        </p:txBody>
      </p:sp>
      <p:sp>
        <p:nvSpPr>
          <p:cNvPr id="420" name="Google Shape;420;p35"/>
          <p:cNvSpPr txBox="1">
            <a:spLocks noGrp="1"/>
          </p:cNvSpPr>
          <p:nvPr>
            <p:ph type="subTitle" idx="4"/>
          </p:nvPr>
        </p:nvSpPr>
        <p:spPr>
          <a:xfrm>
            <a:off x="3371683" y="3059450"/>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rings. It’s composed mostly of hydrogen and helium. It’s the sixth planet from the Sun</a:t>
            </a:r>
            <a:endParaRPr/>
          </a:p>
        </p:txBody>
      </p:sp>
      <p:sp>
        <p:nvSpPr>
          <p:cNvPr id="421" name="Google Shape;421;p35"/>
          <p:cNvSpPr txBox="1">
            <a:spLocks noGrp="1"/>
          </p:cNvSpPr>
          <p:nvPr>
            <p:ph type="subTitle" idx="7"/>
          </p:nvPr>
        </p:nvSpPr>
        <p:spPr>
          <a:xfrm>
            <a:off x="720000" y="1268700"/>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422" name="Google Shape;422;p35"/>
          <p:cNvSpPr txBox="1">
            <a:spLocks noGrp="1"/>
          </p:cNvSpPr>
          <p:nvPr>
            <p:ph type="subTitle" idx="8"/>
          </p:nvPr>
        </p:nvSpPr>
        <p:spPr>
          <a:xfrm>
            <a:off x="3371684" y="1268700"/>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423" name="Google Shape;423;p35"/>
          <p:cNvSpPr txBox="1">
            <a:spLocks noGrp="1"/>
          </p:cNvSpPr>
          <p:nvPr>
            <p:ph type="subTitle" idx="9"/>
          </p:nvPr>
        </p:nvSpPr>
        <p:spPr>
          <a:xfrm>
            <a:off x="6021901" y="1268700"/>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424" name="Google Shape;424;p35"/>
          <p:cNvSpPr txBox="1">
            <a:spLocks noGrp="1"/>
          </p:cNvSpPr>
          <p:nvPr>
            <p:ph type="subTitle" idx="5"/>
          </p:nvPr>
        </p:nvSpPr>
        <p:spPr>
          <a:xfrm>
            <a:off x="6021900" y="1642577"/>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425" name="Google Shape;425;p35"/>
          <p:cNvSpPr txBox="1">
            <a:spLocks noGrp="1"/>
          </p:cNvSpPr>
          <p:nvPr>
            <p:ph type="subTitle" idx="6"/>
          </p:nvPr>
        </p:nvSpPr>
        <p:spPr>
          <a:xfrm>
            <a:off x="6021900" y="3059450"/>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a:t>
            </a:r>
            <a:endParaRPr/>
          </a:p>
        </p:txBody>
      </p:sp>
      <p:sp>
        <p:nvSpPr>
          <p:cNvPr id="426" name="Google Shape;426;p35"/>
          <p:cNvSpPr txBox="1">
            <a:spLocks noGrp="1"/>
          </p:cNvSpPr>
          <p:nvPr>
            <p:ph type="subTitle" idx="13"/>
          </p:nvPr>
        </p:nvSpPr>
        <p:spPr>
          <a:xfrm>
            <a:off x="720000" y="2682352"/>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Earth</a:t>
            </a:r>
            <a:endParaRPr/>
          </a:p>
        </p:txBody>
      </p:sp>
      <p:sp>
        <p:nvSpPr>
          <p:cNvPr id="427" name="Google Shape;427;p35"/>
          <p:cNvSpPr txBox="1">
            <a:spLocks noGrp="1"/>
          </p:cNvSpPr>
          <p:nvPr>
            <p:ph type="subTitle" idx="14"/>
          </p:nvPr>
        </p:nvSpPr>
        <p:spPr>
          <a:xfrm>
            <a:off x="3371684" y="2682352"/>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428" name="Google Shape;428;p35"/>
          <p:cNvSpPr txBox="1">
            <a:spLocks noGrp="1"/>
          </p:cNvSpPr>
          <p:nvPr>
            <p:ph type="subTitle" idx="15"/>
          </p:nvPr>
        </p:nvSpPr>
        <p:spPr>
          <a:xfrm>
            <a:off x="6021901" y="2682352"/>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grpSp>
        <p:nvGrpSpPr>
          <p:cNvPr id="429" name="Google Shape;429;p35"/>
          <p:cNvGrpSpPr/>
          <p:nvPr/>
        </p:nvGrpSpPr>
        <p:grpSpPr>
          <a:xfrm rot="5400000">
            <a:off x="1955183" y="3607473"/>
            <a:ext cx="615152" cy="1993044"/>
            <a:chOff x="6482900" y="1354425"/>
            <a:chExt cx="235600" cy="1342750"/>
          </a:xfrm>
        </p:grpSpPr>
        <p:sp>
          <p:nvSpPr>
            <p:cNvPr id="430" name="Google Shape;430;p35"/>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5"/>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5"/>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5"/>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5"/>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5"/>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5"/>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5"/>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5"/>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5"/>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443"/>
        <p:cNvGrpSpPr/>
        <p:nvPr/>
      </p:nvGrpSpPr>
      <p:grpSpPr>
        <a:xfrm>
          <a:off x="0" y="0"/>
          <a:ext cx="0" cy="0"/>
          <a:chOff x="0" y="0"/>
          <a:chExt cx="0" cy="0"/>
        </a:xfrm>
      </p:grpSpPr>
      <p:sp>
        <p:nvSpPr>
          <p:cNvPr id="444" name="Google Shape;444;p36"/>
          <p:cNvSpPr/>
          <p:nvPr/>
        </p:nvSpPr>
        <p:spPr>
          <a:xfrm>
            <a:off x="5743125" y="63195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45" name="Google Shape;445;p36"/>
          <p:cNvSpPr/>
          <p:nvPr/>
        </p:nvSpPr>
        <p:spPr>
          <a:xfrm>
            <a:off x="-34825" y="1270625"/>
            <a:ext cx="7238400" cy="2563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446" name="Google Shape;446;p36"/>
          <p:cNvSpPr txBox="1">
            <a:spLocks noGrp="1"/>
          </p:cNvSpPr>
          <p:nvPr>
            <p:ph type="title"/>
          </p:nvPr>
        </p:nvSpPr>
        <p:spPr>
          <a:xfrm>
            <a:off x="713225" y="1379525"/>
            <a:ext cx="5963400" cy="137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4,498,300,000</a:t>
            </a:r>
            <a:endParaRPr/>
          </a:p>
        </p:txBody>
      </p:sp>
      <p:sp>
        <p:nvSpPr>
          <p:cNvPr id="447" name="Google Shape;447;p36"/>
          <p:cNvSpPr txBox="1">
            <a:spLocks noGrp="1"/>
          </p:cNvSpPr>
          <p:nvPr>
            <p:ph type="subTitle" idx="1"/>
          </p:nvPr>
        </p:nvSpPr>
        <p:spPr>
          <a:xfrm>
            <a:off x="713225" y="2826253"/>
            <a:ext cx="59634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Big numbers catch your audience’s attention</a:t>
            </a:r>
            <a:endParaRPr/>
          </a:p>
        </p:txBody>
      </p:sp>
      <p:grpSp>
        <p:nvGrpSpPr>
          <p:cNvPr id="448" name="Google Shape;448;p36"/>
          <p:cNvGrpSpPr/>
          <p:nvPr/>
        </p:nvGrpSpPr>
        <p:grpSpPr>
          <a:xfrm rot="5400000">
            <a:off x="2253275" y="2493240"/>
            <a:ext cx="615152" cy="2716009"/>
            <a:chOff x="6482900" y="1354425"/>
            <a:chExt cx="235600" cy="1829825"/>
          </a:xfrm>
        </p:grpSpPr>
        <p:sp>
          <p:nvSpPr>
            <p:cNvPr id="449" name="Google Shape;449;p36"/>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6"/>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6"/>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6"/>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6"/>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6"/>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6"/>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6"/>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6"/>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6"/>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6"/>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6"/>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6"/>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6"/>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pic>
        <p:nvPicPr>
          <p:cNvPr id="467" name="Google Shape;467;p37"/>
          <p:cNvPicPr preferRelativeResize="0">
            <a:picLocks noGrp="1"/>
          </p:cNvPicPr>
          <p:nvPr>
            <p:ph type="pic" idx="2"/>
          </p:nvPr>
        </p:nvPicPr>
        <p:blipFill rotWithShape="1">
          <a:blip r:embed="rId3">
            <a:alphaModFix/>
          </a:blip>
          <a:srcRect t="9445" r="4743" b="10168"/>
          <a:stretch/>
        </p:blipFill>
        <p:spPr>
          <a:xfrm>
            <a:off x="-50" y="0"/>
            <a:ext cx="9144003" cy="5143501"/>
          </a:xfrm>
          <a:prstGeom prst="rect">
            <a:avLst/>
          </a:prstGeom>
        </p:spPr>
      </p:pic>
      <p:sp>
        <p:nvSpPr>
          <p:cNvPr id="468" name="Google Shape;468;p37"/>
          <p:cNvSpPr/>
          <p:nvPr/>
        </p:nvSpPr>
        <p:spPr>
          <a:xfrm>
            <a:off x="2070550" y="257175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69" name="Google Shape;469;p37"/>
          <p:cNvSpPr/>
          <p:nvPr/>
        </p:nvSpPr>
        <p:spPr>
          <a:xfrm>
            <a:off x="-44975" y="1550425"/>
            <a:ext cx="3905100" cy="1604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470" name="Google Shape;470;p37"/>
          <p:cNvSpPr txBox="1">
            <a:spLocks noGrp="1"/>
          </p:cNvSpPr>
          <p:nvPr>
            <p:ph type="title"/>
          </p:nvPr>
        </p:nvSpPr>
        <p:spPr>
          <a:xfrm>
            <a:off x="713225" y="1914625"/>
            <a:ext cx="3094200" cy="87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picture is worth a thousand words</a:t>
            </a:r>
            <a:endParaRPr/>
          </a:p>
        </p:txBody>
      </p:sp>
      <p:grpSp>
        <p:nvGrpSpPr>
          <p:cNvPr id="471" name="Google Shape;471;p37"/>
          <p:cNvGrpSpPr/>
          <p:nvPr/>
        </p:nvGrpSpPr>
        <p:grpSpPr>
          <a:xfrm rot="5400000">
            <a:off x="1056058" y="474948"/>
            <a:ext cx="615152" cy="1993044"/>
            <a:chOff x="6482900" y="1354425"/>
            <a:chExt cx="235600" cy="1342750"/>
          </a:xfrm>
        </p:grpSpPr>
        <p:sp>
          <p:nvSpPr>
            <p:cNvPr id="472" name="Google Shape;472;p37"/>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7"/>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7"/>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7"/>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7"/>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7"/>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7"/>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7"/>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7"/>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7"/>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85"/>
        <p:cNvGrpSpPr/>
        <p:nvPr/>
      </p:nvGrpSpPr>
      <p:grpSpPr>
        <a:xfrm>
          <a:off x="0" y="0"/>
          <a:ext cx="0" cy="0"/>
          <a:chOff x="0" y="0"/>
          <a:chExt cx="0" cy="0"/>
        </a:xfrm>
      </p:grpSpPr>
      <p:pic>
        <p:nvPicPr>
          <p:cNvPr id="486" name="Google Shape;486;p38" title="Chart">
            <a:hlinkClick r:id="rId3"/>
          </p:cNvPr>
          <p:cNvPicPr preferRelativeResize="0"/>
          <p:nvPr/>
        </p:nvPicPr>
        <p:blipFill>
          <a:blip r:embed="rId4">
            <a:alphaModFix/>
          </a:blip>
          <a:stretch>
            <a:fillRect/>
          </a:stretch>
        </p:blipFill>
        <p:spPr>
          <a:xfrm>
            <a:off x="766237" y="1197875"/>
            <a:ext cx="4603626" cy="2846562"/>
          </a:xfrm>
          <a:prstGeom prst="rect">
            <a:avLst/>
          </a:prstGeom>
          <a:noFill/>
          <a:ln>
            <a:noFill/>
          </a:ln>
        </p:spPr>
      </p:pic>
      <p:sp>
        <p:nvSpPr>
          <p:cNvPr id="487" name="Google Shape;487;p38"/>
          <p:cNvSpPr/>
          <p:nvPr/>
        </p:nvSpPr>
        <p:spPr>
          <a:xfrm>
            <a:off x="6027250" y="1224078"/>
            <a:ext cx="239400" cy="2394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88" name="Google Shape;488;p38"/>
          <p:cNvSpPr/>
          <p:nvPr/>
        </p:nvSpPr>
        <p:spPr>
          <a:xfrm>
            <a:off x="6027250" y="1968952"/>
            <a:ext cx="239400" cy="239400"/>
          </a:xfrm>
          <a:prstGeom prst="donut">
            <a:avLst>
              <a:gd name="adj" fmla="val 250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89" name="Google Shape;489;p38"/>
          <p:cNvSpPr/>
          <p:nvPr/>
        </p:nvSpPr>
        <p:spPr>
          <a:xfrm>
            <a:off x="6027250" y="2713826"/>
            <a:ext cx="239400" cy="239400"/>
          </a:xfrm>
          <a:prstGeom prst="donut">
            <a:avLst>
              <a:gd name="adj" fmla="val 2500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90" name="Google Shape;490;p38"/>
          <p:cNvSpPr/>
          <p:nvPr/>
        </p:nvSpPr>
        <p:spPr>
          <a:xfrm>
            <a:off x="6027250" y="3458700"/>
            <a:ext cx="239400" cy="239400"/>
          </a:xfrm>
          <a:prstGeom prst="donut">
            <a:avLst>
              <a:gd name="adj" fmla="val 25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91" name="Google Shape;491;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Pie chart</a:t>
            </a:r>
            <a:endParaRPr/>
          </a:p>
        </p:txBody>
      </p:sp>
      <p:sp>
        <p:nvSpPr>
          <p:cNvPr id="492" name="Google Shape;492;p38"/>
          <p:cNvSpPr txBox="1"/>
          <p:nvPr/>
        </p:nvSpPr>
        <p:spPr>
          <a:xfrm>
            <a:off x="766350" y="4130050"/>
            <a:ext cx="4603800" cy="404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Follow the link in the graph to modify its data and then paste the new one here. </a:t>
            </a:r>
            <a:r>
              <a:rPr lang="en" sz="1000" b="1" u="sng">
                <a:solidFill>
                  <a:schemeClr val="dk1"/>
                </a:solidFill>
                <a:latin typeface="Figtree"/>
                <a:ea typeface="Figtree"/>
                <a:cs typeface="Figtree"/>
                <a:sym typeface="Figtree"/>
                <a:hlinkClick r:id="rId5">
                  <a:extLst>
                    <a:ext uri="{A12FA001-AC4F-418D-AE19-62706E023703}">
                      <ahyp:hlinkClr xmlns:ahyp="http://schemas.microsoft.com/office/drawing/2018/hyperlinkcolor" val="tx"/>
                    </a:ext>
                  </a:extLst>
                </a:hlinkClick>
              </a:rPr>
              <a:t>For more info, click here</a:t>
            </a:r>
            <a:endParaRPr sz="1000" b="1" u="sng">
              <a:solidFill>
                <a:schemeClr val="dk1"/>
              </a:solidFill>
              <a:latin typeface="Figtree"/>
              <a:ea typeface="Figtree"/>
              <a:cs typeface="Figtree"/>
              <a:sym typeface="Figtree"/>
            </a:endParaRPr>
          </a:p>
        </p:txBody>
      </p:sp>
      <p:sp>
        <p:nvSpPr>
          <p:cNvPr id="493" name="Google Shape;493;p38"/>
          <p:cNvSpPr txBox="1"/>
          <p:nvPr/>
        </p:nvSpPr>
        <p:spPr>
          <a:xfrm>
            <a:off x="6341963" y="3458696"/>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Q4</a:t>
            </a:r>
            <a:endParaRPr sz="1800" b="1">
              <a:solidFill>
                <a:schemeClr val="dk1"/>
              </a:solidFill>
              <a:latin typeface="Geologica"/>
              <a:ea typeface="Geologica"/>
              <a:cs typeface="Geologica"/>
              <a:sym typeface="Geologica"/>
            </a:endParaRPr>
          </a:p>
        </p:txBody>
      </p:sp>
      <p:sp>
        <p:nvSpPr>
          <p:cNvPr id="494" name="Google Shape;494;p38"/>
          <p:cNvSpPr txBox="1"/>
          <p:nvPr/>
        </p:nvSpPr>
        <p:spPr>
          <a:xfrm>
            <a:off x="6341963" y="3759660"/>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Earth has life</a:t>
            </a:r>
            <a:endParaRPr sz="1200">
              <a:solidFill>
                <a:schemeClr val="dk1"/>
              </a:solidFill>
              <a:latin typeface="Figtree"/>
              <a:ea typeface="Figtree"/>
              <a:cs typeface="Figtree"/>
              <a:sym typeface="Figtree"/>
            </a:endParaRPr>
          </a:p>
        </p:txBody>
      </p:sp>
      <p:sp>
        <p:nvSpPr>
          <p:cNvPr id="495" name="Google Shape;495;p38"/>
          <p:cNvSpPr txBox="1"/>
          <p:nvPr/>
        </p:nvSpPr>
        <p:spPr>
          <a:xfrm>
            <a:off x="6341963" y="2704367"/>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Q3</a:t>
            </a:r>
            <a:endParaRPr sz="1800" b="1">
              <a:solidFill>
                <a:schemeClr val="dk1"/>
              </a:solidFill>
              <a:latin typeface="Geologica"/>
              <a:ea typeface="Geologica"/>
              <a:cs typeface="Geologica"/>
              <a:sym typeface="Geologica"/>
            </a:endParaRPr>
          </a:p>
        </p:txBody>
      </p:sp>
      <p:sp>
        <p:nvSpPr>
          <p:cNvPr id="496" name="Google Shape;496;p38"/>
          <p:cNvSpPr txBox="1"/>
          <p:nvPr/>
        </p:nvSpPr>
        <p:spPr>
          <a:xfrm>
            <a:off x="6341963" y="3005331"/>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Venus is very hot</a:t>
            </a:r>
            <a:endParaRPr sz="1200">
              <a:solidFill>
                <a:schemeClr val="dk1"/>
              </a:solidFill>
              <a:latin typeface="Figtree"/>
              <a:ea typeface="Figtree"/>
              <a:cs typeface="Figtree"/>
              <a:sym typeface="Figtree"/>
            </a:endParaRPr>
          </a:p>
        </p:txBody>
      </p:sp>
      <p:sp>
        <p:nvSpPr>
          <p:cNvPr id="497" name="Google Shape;497;p38"/>
          <p:cNvSpPr txBox="1"/>
          <p:nvPr/>
        </p:nvSpPr>
        <p:spPr>
          <a:xfrm>
            <a:off x="6341963" y="1950039"/>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Q2</a:t>
            </a:r>
            <a:endParaRPr sz="1800" b="1">
              <a:solidFill>
                <a:schemeClr val="dk1"/>
              </a:solidFill>
              <a:latin typeface="Geologica"/>
              <a:ea typeface="Geologica"/>
              <a:cs typeface="Geologica"/>
              <a:sym typeface="Geologica"/>
            </a:endParaRPr>
          </a:p>
        </p:txBody>
      </p:sp>
      <p:sp>
        <p:nvSpPr>
          <p:cNvPr id="498" name="Google Shape;498;p38"/>
          <p:cNvSpPr txBox="1"/>
          <p:nvPr/>
        </p:nvSpPr>
        <p:spPr>
          <a:xfrm>
            <a:off x="6341963" y="2251003"/>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Mercury is small</a:t>
            </a:r>
            <a:endParaRPr sz="1200">
              <a:solidFill>
                <a:schemeClr val="dk1"/>
              </a:solidFill>
              <a:latin typeface="Figtree"/>
              <a:ea typeface="Figtree"/>
              <a:cs typeface="Figtree"/>
              <a:sym typeface="Figtree"/>
            </a:endParaRPr>
          </a:p>
        </p:txBody>
      </p:sp>
      <p:sp>
        <p:nvSpPr>
          <p:cNvPr id="499" name="Google Shape;499;p38"/>
          <p:cNvSpPr txBox="1"/>
          <p:nvPr/>
        </p:nvSpPr>
        <p:spPr>
          <a:xfrm>
            <a:off x="6341963" y="1195710"/>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Q1</a:t>
            </a:r>
            <a:endParaRPr sz="1800" b="1">
              <a:solidFill>
                <a:schemeClr val="dk1"/>
              </a:solidFill>
              <a:latin typeface="Geologica"/>
              <a:ea typeface="Geologica"/>
              <a:cs typeface="Geologica"/>
              <a:sym typeface="Geologica"/>
            </a:endParaRPr>
          </a:p>
        </p:txBody>
      </p:sp>
      <p:sp>
        <p:nvSpPr>
          <p:cNvPr id="500" name="Google Shape;500;p38"/>
          <p:cNvSpPr txBox="1"/>
          <p:nvPr/>
        </p:nvSpPr>
        <p:spPr>
          <a:xfrm>
            <a:off x="6341963" y="1496674"/>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Mars is very cold</a:t>
            </a:r>
            <a:endParaRPr sz="1200">
              <a:solidFill>
                <a:schemeClr val="dk1"/>
              </a:solidFill>
              <a:latin typeface="Figtree"/>
              <a:ea typeface="Figtree"/>
              <a:cs typeface="Figtree"/>
              <a:sym typeface="Figtree"/>
            </a:endParaRPr>
          </a:p>
        </p:txBody>
      </p:sp>
      <p:grpSp>
        <p:nvGrpSpPr>
          <p:cNvPr id="501" name="Google Shape;501;p38"/>
          <p:cNvGrpSpPr/>
          <p:nvPr/>
        </p:nvGrpSpPr>
        <p:grpSpPr>
          <a:xfrm rot="5400000">
            <a:off x="7467232" y="3967824"/>
            <a:ext cx="615152" cy="1272342"/>
            <a:chOff x="6482900" y="1839975"/>
            <a:chExt cx="235600" cy="857200"/>
          </a:xfrm>
        </p:grpSpPr>
        <p:sp>
          <p:nvSpPr>
            <p:cNvPr id="502" name="Google Shape;502;p3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3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3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3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3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3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39"/>
          <p:cNvSpPr/>
          <p:nvPr/>
        </p:nvSpPr>
        <p:spPr>
          <a:xfrm>
            <a:off x="1230825" y="1263003"/>
            <a:ext cx="239400" cy="239400"/>
          </a:xfrm>
          <a:prstGeom prst="donut">
            <a:avLst>
              <a:gd name="adj" fmla="val 250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13" name="Google Shape;513;p39"/>
          <p:cNvSpPr/>
          <p:nvPr/>
        </p:nvSpPr>
        <p:spPr>
          <a:xfrm>
            <a:off x="1230825" y="2312278"/>
            <a:ext cx="239400" cy="239400"/>
          </a:xfrm>
          <a:prstGeom prst="donut">
            <a:avLst>
              <a:gd name="adj" fmla="val 2500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14" name="Google Shape;514;p39"/>
          <p:cNvSpPr/>
          <p:nvPr/>
        </p:nvSpPr>
        <p:spPr>
          <a:xfrm>
            <a:off x="1230825" y="3361553"/>
            <a:ext cx="239400" cy="239400"/>
          </a:xfrm>
          <a:prstGeom prst="donut">
            <a:avLst>
              <a:gd name="adj" fmla="val 25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15" name="Google Shape;515;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Map</a:t>
            </a:r>
            <a:endParaRPr/>
          </a:p>
        </p:txBody>
      </p:sp>
      <p:sp>
        <p:nvSpPr>
          <p:cNvPr id="516" name="Google Shape;516;p39"/>
          <p:cNvSpPr txBox="1"/>
          <p:nvPr/>
        </p:nvSpPr>
        <p:spPr>
          <a:xfrm>
            <a:off x="1616700" y="3312206"/>
            <a:ext cx="1673100" cy="9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Mars is full of iron oxide dust, which gives the planet its reddish cast</a:t>
            </a:r>
            <a:endParaRPr sz="1200">
              <a:solidFill>
                <a:schemeClr val="dk1"/>
              </a:solidFill>
              <a:latin typeface="Figtree"/>
              <a:ea typeface="Figtree"/>
              <a:cs typeface="Figtree"/>
              <a:sym typeface="Figtree"/>
            </a:endParaRPr>
          </a:p>
        </p:txBody>
      </p:sp>
      <p:sp>
        <p:nvSpPr>
          <p:cNvPr id="517" name="Google Shape;517;p39"/>
          <p:cNvSpPr txBox="1"/>
          <p:nvPr/>
        </p:nvSpPr>
        <p:spPr>
          <a:xfrm>
            <a:off x="1616700" y="2263837"/>
            <a:ext cx="1673100" cy="9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Venus has a beautiful name and is the second planet from the Sun</a:t>
            </a:r>
            <a:endParaRPr sz="1200">
              <a:solidFill>
                <a:schemeClr val="dk1"/>
              </a:solidFill>
              <a:latin typeface="Figtree"/>
              <a:ea typeface="Figtree"/>
              <a:cs typeface="Figtree"/>
              <a:sym typeface="Figtree"/>
            </a:endParaRPr>
          </a:p>
        </p:txBody>
      </p:sp>
      <p:sp>
        <p:nvSpPr>
          <p:cNvPr id="518" name="Google Shape;518;p39"/>
          <p:cNvSpPr txBox="1"/>
          <p:nvPr/>
        </p:nvSpPr>
        <p:spPr>
          <a:xfrm>
            <a:off x="1616700" y="1214866"/>
            <a:ext cx="1673100" cy="9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Mercury is the closest planet to the Sun and the smallest of them all</a:t>
            </a:r>
            <a:endParaRPr sz="1200">
              <a:solidFill>
                <a:schemeClr val="dk1"/>
              </a:solidFill>
              <a:latin typeface="Figtree"/>
              <a:ea typeface="Figtree"/>
              <a:cs typeface="Figtree"/>
              <a:sym typeface="Figtree"/>
            </a:endParaRPr>
          </a:p>
        </p:txBody>
      </p:sp>
      <p:sp>
        <p:nvSpPr>
          <p:cNvPr id="519" name="Google Shape;519;p39"/>
          <p:cNvSpPr txBox="1"/>
          <p:nvPr/>
        </p:nvSpPr>
        <p:spPr>
          <a:xfrm>
            <a:off x="3760975" y="3977650"/>
            <a:ext cx="4533000" cy="404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chemeClr val="dk1"/>
                </a:solidFill>
                <a:latin typeface="Figtree"/>
                <a:ea typeface="Figtree"/>
                <a:cs typeface="Figtree"/>
                <a:sym typeface="Figtree"/>
              </a:rPr>
              <a:t>Follow the link in the graph to modify its data and then paste the new one here. </a:t>
            </a:r>
            <a:r>
              <a:rPr lang="en" sz="1000" b="1" u="sng">
                <a:solidFill>
                  <a:schemeClr val="dk1"/>
                </a:solidFill>
                <a:latin typeface="Figtree"/>
                <a:ea typeface="Figtree"/>
                <a:cs typeface="Figtree"/>
                <a:sym typeface="Figtree"/>
                <a:hlinkClick r:id="rId3">
                  <a:extLst>
                    <a:ext uri="{A12FA001-AC4F-418D-AE19-62706E023703}">
                      <ahyp:hlinkClr xmlns:ahyp="http://schemas.microsoft.com/office/drawing/2018/hyperlinkcolor" val="tx"/>
                    </a:ext>
                  </a:extLst>
                </a:hlinkClick>
              </a:rPr>
              <a:t>For more info, click here</a:t>
            </a:r>
            <a:endParaRPr sz="1000" b="1" u="sng">
              <a:solidFill>
                <a:schemeClr val="dk1"/>
              </a:solidFill>
              <a:latin typeface="Figtree"/>
              <a:ea typeface="Figtree"/>
              <a:cs typeface="Figtree"/>
              <a:sym typeface="Figtree"/>
            </a:endParaRPr>
          </a:p>
        </p:txBody>
      </p:sp>
      <p:pic>
        <p:nvPicPr>
          <p:cNvPr id="520" name="Google Shape;520;p39" title="Gráfico">
            <a:hlinkClick r:id="rId4"/>
          </p:cNvPr>
          <p:cNvPicPr preferRelativeResize="0"/>
          <p:nvPr/>
        </p:nvPicPr>
        <p:blipFill>
          <a:blip r:embed="rId5">
            <a:alphaModFix/>
          </a:blip>
          <a:stretch>
            <a:fillRect/>
          </a:stretch>
        </p:blipFill>
        <p:spPr>
          <a:xfrm>
            <a:off x="3754200" y="1017713"/>
            <a:ext cx="4533124" cy="2807524"/>
          </a:xfrm>
          <a:prstGeom prst="rect">
            <a:avLst/>
          </a:prstGeom>
          <a:noFill/>
          <a:ln>
            <a:noFill/>
          </a:ln>
        </p:spPr>
      </p:pic>
      <p:grpSp>
        <p:nvGrpSpPr>
          <p:cNvPr id="521" name="Google Shape;521;p39"/>
          <p:cNvGrpSpPr/>
          <p:nvPr/>
        </p:nvGrpSpPr>
        <p:grpSpPr>
          <a:xfrm rot="5400000">
            <a:off x="672957" y="3967824"/>
            <a:ext cx="615152" cy="1272342"/>
            <a:chOff x="6482900" y="1839975"/>
            <a:chExt cx="235600" cy="857200"/>
          </a:xfrm>
        </p:grpSpPr>
        <p:sp>
          <p:nvSpPr>
            <p:cNvPr id="522" name="Google Shape;522;p39"/>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9"/>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9"/>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39"/>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39"/>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9"/>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a:t>
            </a:r>
            <a:endParaRPr/>
          </a:p>
        </p:txBody>
      </p:sp>
      <p:graphicFrame>
        <p:nvGraphicFramePr>
          <p:cNvPr id="533" name="Google Shape;533;p40"/>
          <p:cNvGraphicFramePr/>
          <p:nvPr/>
        </p:nvGraphicFramePr>
        <p:xfrm>
          <a:off x="719963" y="1237998"/>
          <a:ext cx="3000000" cy="3000000"/>
        </p:xfrm>
        <a:graphic>
          <a:graphicData uri="http://schemas.openxmlformats.org/drawingml/2006/table">
            <a:tbl>
              <a:tblPr>
                <a:noFill/>
                <a:tableStyleId>{8D8F93B5-1F1F-4D79-8392-977954BB6DA0}</a:tableStyleId>
              </a:tblPr>
              <a:tblGrid>
                <a:gridCol w="1017050">
                  <a:extLst>
                    <a:ext uri="{9D8B030D-6E8A-4147-A177-3AD203B41FA5}">
                      <a16:colId xmlns:a16="http://schemas.microsoft.com/office/drawing/2014/main" val="20000"/>
                    </a:ext>
                  </a:extLst>
                </a:gridCol>
                <a:gridCol w="1114475">
                  <a:extLst>
                    <a:ext uri="{9D8B030D-6E8A-4147-A177-3AD203B41FA5}">
                      <a16:colId xmlns:a16="http://schemas.microsoft.com/office/drawing/2014/main" val="20001"/>
                    </a:ext>
                  </a:extLst>
                </a:gridCol>
                <a:gridCol w="1114475">
                  <a:extLst>
                    <a:ext uri="{9D8B030D-6E8A-4147-A177-3AD203B41FA5}">
                      <a16:colId xmlns:a16="http://schemas.microsoft.com/office/drawing/2014/main" val="20002"/>
                    </a:ext>
                  </a:extLst>
                </a:gridCol>
                <a:gridCol w="1114475">
                  <a:extLst>
                    <a:ext uri="{9D8B030D-6E8A-4147-A177-3AD203B41FA5}">
                      <a16:colId xmlns:a16="http://schemas.microsoft.com/office/drawing/2014/main" val="20003"/>
                    </a:ext>
                  </a:extLst>
                </a:gridCol>
                <a:gridCol w="1114475">
                  <a:extLst>
                    <a:ext uri="{9D8B030D-6E8A-4147-A177-3AD203B41FA5}">
                      <a16:colId xmlns:a16="http://schemas.microsoft.com/office/drawing/2014/main" val="20004"/>
                    </a:ext>
                  </a:extLst>
                </a:gridCol>
                <a:gridCol w="1114475">
                  <a:extLst>
                    <a:ext uri="{9D8B030D-6E8A-4147-A177-3AD203B41FA5}">
                      <a16:colId xmlns:a16="http://schemas.microsoft.com/office/drawing/2014/main" val="20005"/>
                    </a:ext>
                  </a:extLst>
                </a:gridCol>
                <a:gridCol w="1114475">
                  <a:extLst>
                    <a:ext uri="{9D8B030D-6E8A-4147-A177-3AD203B41FA5}">
                      <a16:colId xmlns:a16="http://schemas.microsoft.com/office/drawing/2014/main" val="20006"/>
                    </a:ext>
                  </a:extLst>
                </a:gridCol>
              </a:tblGrid>
              <a:tr h="404925">
                <a:tc>
                  <a:txBody>
                    <a:bodyPr/>
                    <a:lstStyle/>
                    <a:p>
                      <a:pPr marL="0" lvl="0" indent="0" algn="l" rtl="0">
                        <a:spcBef>
                          <a:spcPts val="0"/>
                        </a:spcBef>
                        <a:spcAft>
                          <a:spcPts val="0"/>
                        </a:spcAft>
                        <a:buNone/>
                      </a:pPr>
                      <a:endParaRPr sz="1800" b="1">
                        <a:solidFill>
                          <a:schemeClr val="dk1"/>
                        </a:solidFill>
                        <a:latin typeface="Raleway"/>
                        <a:ea typeface="Raleway"/>
                        <a:cs typeface="Raleway"/>
                        <a:sym typeface="Raleway"/>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A</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B</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rgbClr val="000000"/>
                        </a:buClr>
                        <a:buSzPts val="1100"/>
                        <a:buFont typeface="Arial"/>
                        <a:buNone/>
                      </a:pPr>
                      <a:r>
                        <a:rPr lang="en" sz="1800" b="1">
                          <a:solidFill>
                            <a:schemeClr val="dk1"/>
                          </a:solidFill>
                          <a:latin typeface="Geologica"/>
                          <a:ea typeface="Geologica"/>
                          <a:cs typeface="Geologica"/>
                          <a:sym typeface="Geologica"/>
                        </a:rPr>
                        <a:t>Team C</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D</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E</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F</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Mercury</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Mars</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Saturn</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Venus</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Jupiter</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Earth</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pSp>
        <p:nvGrpSpPr>
          <p:cNvPr id="534" name="Google Shape;534;p40"/>
          <p:cNvGrpSpPr/>
          <p:nvPr/>
        </p:nvGrpSpPr>
        <p:grpSpPr>
          <a:xfrm rot="5400000">
            <a:off x="7467232" y="3967824"/>
            <a:ext cx="615152" cy="1272342"/>
            <a:chOff x="6482900" y="1839975"/>
            <a:chExt cx="235600" cy="857200"/>
          </a:xfrm>
        </p:grpSpPr>
        <p:sp>
          <p:nvSpPr>
            <p:cNvPr id="535" name="Google Shape;535;p40"/>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40"/>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40"/>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40"/>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40"/>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40"/>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Timeline</a:t>
            </a:r>
            <a:endParaRPr/>
          </a:p>
        </p:txBody>
      </p:sp>
      <p:sp>
        <p:nvSpPr>
          <p:cNvPr id="546" name="Google Shape;546;p41"/>
          <p:cNvSpPr/>
          <p:nvPr/>
        </p:nvSpPr>
        <p:spPr>
          <a:xfrm>
            <a:off x="1527646"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47" name="Google Shape;547;p41"/>
          <p:cNvSpPr/>
          <p:nvPr/>
        </p:nvSpPr>
        <p:spPr>
          <a:xfrm>
            <a:off x="3491513"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48" name="Google Shape;548;p41"/>
          <p:cNvSpPr/>
          <p:nvPr/>
        </p:nvSpPr>
        <p:spPr>
          <a:xfrm>
            <a:off x="5457163"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49" name="Google Shape;549;p41"/>
          <p:cNvSpPr/>
          <p:nvPr/>
        </p:nvSpPr>
        <p:spPr>
          <a:xfrm>
            <a:off x="7419346"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0" name="Google Shape;550;p41"/>
          <p:cNvSpPr/>
          <p:nvPr/>
        </p:nvSpPr>
        <p:spPr>
          <a:xfrm>
            <a:off x="7419346" y="296410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1" name="Google Shape;551;p41"/>
          <p:cNvSpPr/>
          <p:nvPr/>
        </p:nvSpPr>
        <p:spPr>
          <a:xfrm>
            <a:off x="5455463" y="296410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2" name="Google Shape;552;p41"/>
          <p:cNvSpPr/>
          <p:nvPr/>
        </p:nvSpPr>
        <p:spPr>
          <a:xfrm>
            <a:off x="3489838" y="29543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3" name="Google Shape;553;p41"/>
          <p:cNvSpPr/>
          <p:nvPr/>
        </p:nvSpPr>
        <p:spPr>
          <a:xfrm>
            <a:off x="1524113" y="296410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4" name="Google Shape;554;p41"/>
          <p:cNvSpPr txBox="1"/>
          <p:nvPr/>
        </p:nvSpPr>
        <p:spPr>
          <a:xfrm flipH="1">
            <a:off x="713146"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1</a:t>
            </a:r>
            <a:endParaRPr sz="1800" b="1">
              <a:solidFill>
                <a:schemeClr val="dk1"/>
              </a:solidFill>
              <a:latin typeface="Geologica"/>
              <a:ea typeface="Geologica"/>
              <a:cs typeface="Geologica"/>
              <a:sym typeface="Geologica"/>
            </a:endParaRPr>
          </a:p>
        </p:txBody>
      </p:sp>
      <p:sp>
        <p:nvSpPr>
          <p:cNvPr id="555" name="Google Shape;555;p41"/>
          <p:cNvSpPr txBox="1"/>
          <p:nvPr/>
        </p:nvSpPr>
        <p:spPr>
          <a:xfrm flipH="1">
            <a:off x="713146"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Venus is a hot planet</a:t>
            </a:r>
            <a:endParaRPr sz="1200">
              <a:solidFill>
                <a:schemeClr val="dk1"/>
              </a:solidFill>
              <a:latin typeface="Figtree"/>
              <a:ea typeface="Figtree"/>
              <a:cs typeface="Figtree"/>
              <a:sym typeface="Figtree"/>
            </a:endParaRPr>
          </a:p>
        </p:txBody>
      </p:sp>
      <p:sp>
        <p:nvSpPr>
          <p:cNvPr id="556" name="Google Shape;556;p41"/>
          <p:cNvSpPr txBox="1"/>
          <p:nvPr/>
        </p:nvSpPr>
        <p:spPr>
          <a:xfrm flipH="1">
            <a:off x="2677025"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2</a:t>
            </a:r>
            <a:endParaRPr sz="1800" b="1">
              <a:solidFill>
                <a:schemeClr val="dk1"/>
              </a:solidFill>
              <a:latin typeface="Geologica"/>
              <a:ea typeface="Geologica"/>
              <a:cs typeface="Geologica"/>
              <a:sym typeface="Geologica"/>
            </a:endParaRPr>
          </a:p>
        </p:txBody>
      </p:sp>
      <p:sp>
        <p:nvSpPr>
          <p:cNvPr id="557" name="Google Shape;557;p41"/>
          <p:cNvSpPr txBox="1"/>
          <p:nvPr/>
        </p:nvSpPr>
        <p:spPr>
          <a:xfrm flipH="1">
            <a:off x="2677067"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Mercury is very small</a:t>
            </a:r>
            <a:endParaRPr sz="1200">
              <a:solidFill>
                <a:schemeClr val="dk1"/>
              </a:solidFill>
              <a:latin typeface="Figtree"/>
              <a:ea typeface="Figtree"/>
              <a:cs typeface="Figtree"/>
              <a:sym typeface="Figtree"/>
            </a:endParaRPr>
          </a:p>
        </p:txBody>
      </p:sp>
      <p:sp>
        <p:nvSpPr>
          <p:cNvPr id="558" name="Google Shape;558;p41"/>
          <p:cNvSpPr txBox="1"/>
          <p:nvPr/>
        </p:nvSpPr>
        <p:spPr>
          <a:xfrm flipH="1">
            <a:off x="4640925"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3</a:t>
            </a:r>
            <a:endParaRPr sz="1800" b="1">
              <a:solidFill>
                <a:schemeClr val="dk1"/>
              </a:solidFill>
              <a:latin typeface="Geologica"/>
              <a:ea typeface="Geologica"/>
              <a:cs typeface="Geologica"/>
              <a:sym typeface="Geologica"/>
            </a:endParaRPr>
          </a:p>
        </p:txBody>
      </p:sp>
      <p:sp>
        <p:nvSpPr>
          <p:cNvPr id="559" name="Google Shape;559;p41"/>
          <p:cNvSpPr txBox="1"/>
          <p:nvPr/>
        </p:nvSpPr>
        <p:spPr>
          <a:xfrm flipH="1">
            <a:off x="4640967"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Mars is a cold place</a:t>
            </a:r>
            <a:endParaRPr sz="1200">
              <a:solidFill>
                <a:schemeClr val="dk1"/>
              </a:solidFill>
              <a:latin typeface="Figtree"/>
              <a:ea typeface="Figtree"/>
              <a:cs typeface="Figtree"/>
              <a:sym typeface="Figtree"/>
            </a:endParaRPr>
          </a:p>
        </p:txBody>
      </p:sp>
      <p:sp>
        <p:nvSpPr>
          <p:cNvPr id="560" name="Google Shape;560;p41"/>
          <p:cNvSpPr txBox="1"/>
          <p:nvPr/>
        </p:nvSpPr>
        <p:spPr>
          <a:xfrm flipH="1">
            <a:off x="6604846"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4</a:t>
            </a:r>
            <a:endParaRPr sz="1800" b="1">
              <a:solidFill>
                <a:schemeClr val="dk1"/>
              </a:solidFill>
              <a:latin typeface="Geologica"/>
              <a:ea typeface="Geologica"/>
              <a:cs typeface="Geologica"/>
              <a:sym typeface="Geologica"/>
            </a:endParaRPr>
          </a:p>
        </p:txBody>
      </p:sp>
      <p:sp>
        <p:nvSpPr>
          <p:cNvPr id="561" name="Google Shape;561;p41"/>
          <p:cNvSpPr txBox="1"/>
          <p:nvPr/>
        </p:nvSpPr>
        <p:spPr>
          <a:xfrm flipH="1">
            <a:off x="6604846"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Jupiter is a gas giant</a:t>
            </a:r>
            <a:endParaRPr sz="1200">
              <a:solidFill>
                <a:schemeClr val="dk1"/>
              </a:solidFill>
              <a:latin typeface="Figtree"/>
              <a:ea typeface="Figtree"/>
              <a:cs typeface="Figtree"/>
              <a:sym typeface="Figtree"/>
            </a:endParaRPr>
          </a:p>
        </p:txBody>
      </p:sp>
      <p:cxnSp>
        <p:nvCxnSpPr>
          <p:cNvPr id="562" name="Google Shape;562;p41"/>
          <p:cNvCxnSpPr>
            <a:stCxn id="546" idx="6"/>
            <a:endCxn id="547" idx="2"/>
          </p:cNvCxnSpPr>
          <p:nvPr/>
        </p:nvCxnSpPr>
        <p:spPr>
          <a:xfrm>
            <a:off x="1710946" y="2361600"/>
            <a:ext cx="1780500" cy="0"/>
          </a:xfrm>
          <a:prstGeom prst="straightConnector1">
            <a:avLst/>
          </a:prstGeom>
          <a:noFill/>
          <a:ln w="9525" cap="flat" cmpd="sng">
            <a:solidFill>
              <a:schemeClr val="dk1"/>
            </a:solidFill>
            <a:prstDash val="solid"/>
            <a:round/>
            <a:headEnd type="none" w="med" len="med"/>
            <a:tailEnd type="none" w="med" len="med"/>
          </a:ln>
        </p:spPr>
      </p:cxnSp>
      <p:cxnSp>
        <p:nvCxnSpPr>
          <p:cNvPr id="563" name="Google Shape;563;p41"/>
          <p:cNvCxnSpPr>
            <a:stCxn id="547" idx="6"/>
            <a:endCxn id="548" idx="2"/>
          </p:cNvCxnSpPr>
          <p:nvPr/>
        </p:nvCxnSpPr>
        <p:spPr>
          <a:xfrm>
            <a:off x="3674813" y="2361600"/>
            <a:ext cx="1782300" cy="0"/>
          </a:xfrm>
          <a:prstGeom prst="straightConnector1">
            <a:avLst/>
          </a:prstGeom>
          <a:noFill/>
          <a:ln w="9525" cap="flat" cmpd="sng">
            <a:solidFill>
              <a:schemeClr val="dk1"/>
            </a:solidFill>
            <a:prstDash val="solid"/>
            <a:round/>
            <a:headEnd type="none" w="med" len="med"/>
            <a:tailEnd type="none" w="med" len="med"/>
          </a:ln>
        </p:spPr>
      </p:cxnSp>
      <p:cxnSp>
        <p:nvCxnSpPr>
          <p:cNvPr id="564" name="Google Shape;564;p41"/>
          <p:cNvCxnSpPr>
            <a:stCxn id="548" idx="6"/>
            <a:endCxn id="549" idx="2"/>
          </p:cNvCxnSpPr>
          <p:nvPr/>
        </p:nvCxnSpPr>
        <p:spPr>
          <a:xfrm>
            <a:off x="5640463" y="2361600"/>
            <a:ext cx="1779000" cy="0"/>
          </a:xfrm>
          <a:prstGeom prst="straightConnector1">
            <a:avLst/>
          </a:prstGeom>
          <a:noFill/>
          <a:ln w="9525" cap="flat" cmpd="sng">
            <a:solidFill>
              <a:schemeClr val="dk1"/>
            </a:solidFill>
            <a:prstDash val="solid"/>
            <a:round/>
            <a:headEnd type="none" w="med" len="med"/>
            <a:tailEnd type="none" w="med" len="med"/>
          </a:ln>
        </p:spPr>
      </p:cxnSp>
      <p:cxnSp>
        <p:nvCxnSpPr>
          <p:cNvPr id="565" name="Google Shape;565;p41"/>
          <p:cNvCxnSpPr>
            <a:stCxn id="546" idx="0"/>
            <a:endCxn id="555" idx="2"/>
          </p:cNvCxnSpPr>
          <p:nvPr/>
        </p:nvCxnSpPr>
        <p:spPr>
          <a:xfrm rot="10800000">
            <a:off x="1619296" y="1884450"/>
            <a:ext cx="0" cy="385500"/>
          </a:xfrm>
          <a:prstGeom prst="straightConnector1">
            <a:avLst/>
          </a:prstGeom>
          <a:noFill/>
          <a:ln w="9525" cap="flat" cmpd="sng">
            <a:solidFill>
              <a:schemeClr val="dk1"/>
            </a:solidFill>
            <a:prstDash val="solid"/>
            <a:round/>
            <a:headEnd type="none" w="med" len="med"/>
            <a:tailEnd type="none" w="med" len="med"/>
          </a:ln>
        </p:spPr>
      </p:cxnSp>
      <p:cxnSp>
        <p:nvCxnSpPr>
          <p:cNvPr id="566" name="Google Shape;566;p41"/>
          <p:cNvCxnSpPr>
            <a:stCxn id="547" idx="0"/>
            <a:endCxn id="557" idx="2"/>
          </p:cNvCxnSpPr>
          <p:nvPr/>
        </p:nvCxnSpPr>
        <p:spPr>
          <a:xfrm rot="10800000">
            <a:off x="3583163" y="1884450"/>
            <a:ext cx="0" cy="385500"/>
          </a:xfrm>
          <a:prstGeom prst="straightConnector1">
            <a:avLst/>
          </a:prstGeom>
          <a:noFill/>
          <a:ln w="9525" cap="flat" cmpd="sng">
            <a:solidFill>
              <a:schemeClr val="dk1"/>
            </a:solidFill>
            <a:prstDash val="solid"/>
            <a:round/>
            <a:headEnd type="none" w="med" len="med"/>
            <a:tailEnd type="none" w="med" len="med"/>
          </a:ln>
        </p:spPr>
      </p:cxnSp>
      <p:cxnSp>
        <p:nvCxnSpPr>
          <p:cNvPr id="567" name="Google Shape;567;p41"/>
          <p:cNvCxnSpPr>
            <a:stCxn id="548" idx="0"/>
            <a:endCxn id="559" idx="2"/>
          </p:cNvCxnSpPr>
          <p:nvPr/>
        </p:nvCxnSpPr>
        <p:spPr>
          <a:xfrm rot="10800000">
            <a:off x="5547013" y="1884450"/>
            <a:ext cx="1800" cy="385500"/>
          </a:xfrm>
          <a:prstGeom prst="straightConnector1">
            <a:avLst/>
          </a:prstGeom>
          <a:noFill/>
          <a:ln w="9525" cap="flat" cmpd="sng">
            <a:solidFill>
              <a:schemeClr val="dk1"/>
            </a:solidFill>
            <a:prstDash val="solid"/>
            <a:round/>
            <a:headEnd type="none" w="med" len="med"/>
            <a:tailEnd type="none" w="med" len="med"/>
          </a:ln>
        </p:spPr>
      </p:cxnSp>
      <p:cxnSp>
        <p:nvCxnSpPr>
          <p:cNvPr id="568" name="Google Shape;568;p41"/>
          <p:cNvCxnSpPr>
            <a:stCxn id="549" idx="0"/>
            <a:endCxn id="561" idx="2"/>
          </p:cNvCxnSpPr>
          <p:nvPr/>
        </p:nvCxnSpPr>
        <p:spPr>
          <a:xfrm rot="10800000">
            <a:off x="7510996" y="1884450"/>
            <a:ext cx="0" cy="385500"/>
          </a:xfrm>
          <a:prstGeom prst="straightConnector1">
            <a:avLst/>
          </a:prstGeom>
          <a:noFill/>
          <a:ln w="9525" cap="flat" cmpd="sng">
            <a:solidFill>
              <a:schemeClr val="dk1"/>
            </a:solidFill>
            <a:prstDash val="solid"/>
            <a:round/>
            <a:headEnd type="none" w="med" len="med"/>
            <a:tailEnd type="none" w="med" len="med"/>
          </a:ln>
        </p:spPr>
      </p:cxnSp>
      <p:sp>
        <p:nvSpPr>
          <p:cNvPr id="569" name="Google Shape;569;p41"/>
          <p:cNvSpPr txBox="1"/>
          <p:nvPr/>
        </p:nvSpPr>
        <p:spPr>
          <a:xfrm flipH="1">
            <a:off x="713125"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Step5</a:t>
            </a:r>
            <a:endParaRPr sz="1800" b="1">
              <a:solidFill>
                <a:schemeClr val="dk1"/>
              </a:solidFill>
              <a:latin typeface="Geologica"/>
              <a:ea typeface="Geologica"/>
              <a:cs typeface="Geologica"/>
              <a:sym typeface="Geologica"/>
            </a:endParaRPr>
          </a:p>
        </p:txBody>
      </p:sp>
      <p:sp>
        <p:nvSpPr>
          <p:cNvPr id="570" name="Google Shape;570;p41"/>
          <p:cNvSpPr txBox="1"/>
          <p:nvPr/>
        </p:nvSpPr>
        <p:spPr>
          <a:xfrm flipH="1">
            <a:off x="713167"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Saturn has rings</a:t>
            </a:r>
            <a:endParaRPr sz="1200">
              <a:solidFill>
                <a:schemeClr val="dk1"/>
              </a:solidFill>
              <a:latin typeface="Figtree"/>
              <a:ea typeface="Figtree"/>
              <a:cs typeface="Figtree"/>
              <a:sym typeface="Figtree"/>
            </a:endParaRPr>
          </a:p>
        </p:txBody>
      </p:sp>
      <p:sp>
        <p:nvSpPr>
          <p:cNvPr id="571" name="Google Shape;571;p41"/>
          <p:cNvSpPr txBox="1"/>
          <p:nvPr/>
        </p:nvSpPr>
        <p:spPr>
          <a:xfrm flipH="1">
            <a:off x="2677025"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6</a:t>
            </a:r>
            <a:endParaRPr sz="1800" b="1">
              <a:solidFill>
                <a:schemeClr val="dk1"/>
              </a:solidFill>
              <a:latin typeface="Geologica"/>
              <a:ea typeface="Geologica"/>
              <a:cs typeface="Geologica"/>
              <a:sym typeface="Geologica"/>
            </a:endParaRPr>
          </a:p>
        </p:txBody>
      </p:sp>
      <p:sp>
        <p:nvSpPr>
          <p:cNvPr id="572" name="Google Shape;572;p41"/>
          <p:cNvSpPr txBox="1"/>
          <p:nvPr/>
        </p:nvSpPr>
        <p:spPr>
          <a:xfrm flipH="1">
            <a:off x="2677067"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Neptune is far away</a:t>
            </a:r>
            <a:endParaRPr sz="1200">
              <a:solidFill>
                <a:schemeClr val="dk1"/>
              </a:solidFill>
              <a:latin typeface="Figtree"/>
              <a:ea typeface="Figtree"/>
              <a:cs typeface="Figtree"/>
              <a:sym typeface="Figtree"/>
            </a:endParaRPr>
          </a:p>
        </p:txBody>
      </p:sp>
      <p:sp>
        <p:nvSpPr>
          <p:cNvPr id="573" name="Google Shape;573;p41"/>
          <p:cNvSpPr txBox="1"/>
          <p:nvPr/>
        </p:nvSpPr>
        <p:spPr>
          <a:xfrm flipH="1">
            <a:off x="4640925"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7</a:t>
            </a:r>
            <a:endParaRPr sz="1800" b="1">
              <a:solidFill>
                <a:schemeClr val="dk1"/>
              </a:solidFill>
              <a:latin typeface="Geologica"/>
              <a:ea typeface="Geologica"/>
              <a:cs typeface="Geologica"/>
              <a:sym typeface="Geologica"/>
            </a:endParaRPr>
          </a:p>
        </p:txBody>
      </p:sp>
      <p:sp>
        <p:nvSpPr>
          <p:cNvPr id="574" name="Google Shape;574;p41"/>
          <p:cNvSpPr txBox="1"/>
          <p:nvPr/>
        </p:nvSpPr>
        <p:spPr>
          <a:xfrm flipH="1">
            <a:off x="4640967"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The Sun is a Star</a:t>
            </a:r>
            <a:endParaRPr sz="1200">
              <a:solidFill>
                <a:schemeClr val="dk1"/>
              </a:solidFill>
              <a:latin typeface="Figtree"/>
              <a:ea typeface="Figtree"/>
              <a:cs typeface="Figtree"/>
              <a:sym typeface="Figtree"/>
            </a:endParaRPr>
          </a:p>
        </p:txBody>
      </p:sp>
      <p:sp>
        <p:nvSpPr>
          <p:cNvPr id="575" name="Google Shape;575;p41"/>
          <p:cNvSpPr txBox="1"/>
          <p:nvPr/>
        </p:nvSpPr>
        <p:spPr>
          <a:xfrm flipH="1">
            <a:off x="6604846"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8</a:t>
            </a:r>
            <a:endParaRPr sz="1800" b="1">
              <a:solidFill>
                <a:schemeClr val="dk1"/>
              </a:solidFill>
              <a:latin typeface="Geologica"/>
              <a:ea typeface="Geologica"/>
              <a:cs typeface="Geologica"/>
              <a:sym typeface="Geologica"/>
            </a:endParaRPr>
          </a:p>
        </p:txBody>
      </p:sp>
      <p:sp>
        <p:nvSpPr>
          <p:cNvPr id="576" name="Google Shape;576;p41"/>
          <p:cNvSpPr txBox="1"/>
          <p:nvPr/>
        </p:nvSpPr>
        <p:spPr>
          <a:xfrm flipH="1">
            <a:off x="6604846"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Earth has life</a:t>
            </a:r>
            <a:endParaRPr sz="1200">
              <a:solidFill>
                <a:schemeClr val="dk1"/>
              </a:solidFill>
              <a:latin typeface="Figtree"/>
              <a:ea typeface="Figtree"/>
              <a:cs typeface="Figtree"/>
              <a:sym typeface="Figtree"/>
            </a:endParaRPr>
          </a:p>
        </p:txBody>
      </p:sp>
      <p:cxnSp>
        <p:nvCxnSpPr>
          <p:cNvPr id="577" name="Google Shape;577;p41"/>
          <p:cNvCxnSpPr>
            <a:stCxn id="553" idx="6"/>
            <a:endCxn id="552" idx="2"/>
          </p:cNvCxnSpPr>
          <p:nvPr/>
        </p:nvCxnSpPr>
        <p:spPr>
          <a:xfrm rot="10800000" flipH="1">
            <a:off x="1707413" y="3046150"/>
            <a:ext cx="1782300" cy="9600"/>
          </a:xfrm>
          <a:prstGeom prst="straightConnector1">
            <a:avLst/>
          </a:prstGeom>
          <a:noFill/>
          <a:ln w="9525" cap="flat" cmpd="sng">
            <a:solidFill>
              <a:schemeClr val="dk1"/>
            </a:solidFill>
            <a:prstDash val="solid"/>
            <a:round/>
            <a:headEnd type="none" w="med" len="med"/>
            <a:tailEnd type="none" w="med" len="med"/>
          </a:ln>
        </p:spPr>
      </p:cxnSp>
      <p:cxnSp>
        <p:nvCxnSpPr>
          <p:cNvPr id="578" name="Google Shape;578;p41"/>
          <p:cNvCxnSpPr>
            <a:stCxn id="552" idx="6"/>
            <a:endCxn id="551" idx="2"/>
          </p:cNvCxnSpPr>
          <p:nvPr/>
        </p:nvCxnSpPr>
        <p:spPr>
          <a:xfrm>
            <a:off x="3673138" y="3046000"/>
            <a:ext cx="1782300" cy="9900"/>
          </a:xfrm>
          <a:prstGeom prst="straightConnector1">
            <a:avLst/>
          </a:prstGeom>
          <a:noFill/>
          <a:ln w="9525" cap="flat" cmpd="sng">
            <a:solidFill>
              <a:schemeClr val="dk1"/>
            </a:solidFill>
            <a:prstDash val="solid"/>
            <a:round/>
            <a:headEnd type="none" w="med" len="med"/>
            <a:tailEnd type="none" w="med" len="med"/>
          </a:ln>
        </p:spPr>
      </p:cxnSp>
      <p:cxnSp>
        <p:nvCxnSpPr>
          <p:cNvPr id="579" name="Google Shape;579;p41"/>
          <p:cNvCxnSpPr>
            <a:stCxn id="551" idx="6"/>
            <a:endCxn id="550" idx="2"/>
          </p:cNvCxnSpPr>
          <p:nvPr/>
        </p:nvCxnSpPr>
        <p:spPr>
          <a:xfrm>
            <a:off x="5638763" y="3055750"/>
            <a:ext cx="1780500" cy="0"/>
          </a:xfrm>
          <a:prstGeom prst="straightConnector1">
            <a:avLst/>
          </a:prstGeom>
          <a:noFill/>
          <a:ln w="9525" cap="flat" cmpd="sng">
            <a:solidFill>
              <a:schemeClr val="dk1"/>
            </a:solidFill>
            <a:prstDash val="solid"/>
            <a:round/>
            <a:headEnd type="none" w="med" len="med"/>
            <a:tailEnd type="none" w="med" len="med"/>
          </a:ln>
        </p:spPr>
      </p:cxnSp>
      <p:cxnSp>
        <p:nvCxnSpPr>
          <p:cNvPr id="580" name="Google Shape;580;p41"/>
          <p:cNvCxnSpPr>
            <a:stCxn id="553" idx="4"/>
            <a:endCxn id="569" idx="0"/>
          </p:cNvCxnSpPr>
          <p:nvPr/>
        </p:nvCxnSpPr>
        <p:spPr>
          <a:xfrm>
            <a:off x="1615763" y="3147400"/>
            <a:ext cx="3600" cy="321000"/>
          </a:xfrm>
          <a:prstGeom prst="straightConnector1">
            <a:avLst/>
          </a:prstGeom>
          <a:noFill/>
          <a:ln w="9525" cap="flat" cmpd="sng">
            <a:solidFill>
              <a:schemeClr val="dk1"/>
            </a:solidFill>
            <a:prstDash val="solid"/>
            <a:round/>
            <a:headEnd type="none" w="med" len="med"/>
            <a:tailEnd type="none" w="med" len="med"/>
          </a:ln>
        </p:spPr>
      </p:cxnSp>
      <p:cxnSp>
        <p:nvCxnSpPr>
          <p:cNvPr id="581" name="Google Shape;581;p41"/>
          <p:cNvCxnSpPr>
            <a:stCxn id="552" idx="4"/>
            <a:endCxn id="571" idx="0"/>
          </p:cNvCxnSpPr>
          <p:nvPr/>
        </p:nvCxnSpPr>
        <p:spPr>
          <a:xfrm>
            <a:off x="3581488" y="3137650"/>
            <a:ext cx="1800" cy="330900"/>
          </a:xfrm>
          <a:prstGeom prst="straightConnector1">
            <a:avLst/>
          </a:prstGeom>
          <a:noFill/>
          <a:ln w="9525" cap="flat" cmpd="sng">
            <a:solidFill>
              <a:schemeClr val="dk1"/>
            </a:solidFill>
            <a:prstDash val="solid"/>
            <a:round/>
            <a:headEnd type="none" w="med" len="med"/>
            <a:tailEnd type="none" w="med" len="med"/>
          </a:ln>
        </p:spPr>
      </p:cxnSp>
      <p:cxnSp>
        <p:nvCxnSpPr>
          <p:cNvPr id="582" name="Google Shape;582;p41"/>
          <p:cNvCxnSpPr>
            <a:stCxn id="551" idx="4"/>
            <a:endCxn id="573" idx="0"/>
          </p:cNvCxnSpPr>
          <p:nvPr/>
        </p:nvCxnSpPr>
        <p:spPr>
          <a:xfrm>
            <a:off x="5547113" y="3147400"/>
            <a:ext cx="0" cy="321000"/>
          </a:xfrm>
          <a:prstGeom prst="straightConnector1">
            <a:avLst/>
          </a:prstGeom>
          <a:noFill/>
          <a:ln w="9525" cap="flat" cmpd="sng">
            <a:solidFill>
              <a:schemeClr val="dk1"/>
            </a:solidFill>
            <a:prstDash val="solid"/>
            <a:round/>
            <a:headEnd type="none" w="med" len="med"/>
            <a:tailEnd type="none" w="med" len="med"/>
          </a:ln>
        </p:spPr>
      </p:cxnSp>
      <p:cxnSp>
        <p:nvCxnSpPr>
          <p:cNvPr id="583" name="Google Shape;583;p41"/>
          <p:cNvCxnSpPr>
            <a:stCxn id="550" idx="4"/>
            <a:endCxn id="575" idx="0"/>
          </p:cNvCxnSpPr>
          <p:nvPr/>
        </p:nvCxnSpPr>
        <p:spPr>
          <a:xfrm>
            <a:off x="7510996" y="3147400"/>
            <a:ext cx="0" cy="321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41"/>
          <p:cNvCxnSpPr>
            <a:stCxn id="549" idx="6"/>
            <a:endCxn id="553" idx="0"/>
          </p:cNvCxnSpPr>
          <p:nvPr/>
        </p:nvCxnSpPr>
        <p:spPr>
          <a:xfrm flipH="1">
            <a:off x="1615846" y="2361600"/>
            <a:ext cx="5986800" cy="602400"/>
          </a:xfrm>
          <a:prstGeom prst="bentConnector4">
            <a:avLst>
              <a:gd name="adj1" fmla="val -3978"/>
              <a:gd name="adj2" fmla="val 57615"/>
            </a:avLst>
          </a:prstGeom>
          <a:noFill/>
          <a:ln w="9525" cap="flat" cmpd="sng">
            <a:solidFill>
              <a:schemeClr val="dk1"/>
            </a:solidFill>
            <a:prstDash val="solid"/>
            <a:round/>
            <a:headEnd type="none" w="med" len="med"/>
            <a:tailEnd type="none" w="med" len="med"/>
          </a:ln>
        </p:spPr>
      </p:cxnSp>
      <p:grpSp>
        <p:nvGrpSpPr>
          <p:cNvPr id="585" name="Google Shape;585;p41"/>
          <p:cNvGrpSpPr/>
          <p:nvPr/>
        </p:nvGrpSpPr>
        <p:grpSpPr>
          <a:xfrm rot="5400000">
            <a:off x="6222407" y="3932349"/>
            <a:ext cx="615152" cy="1272342"/>
            <a:chOff x="6482900" y="1839975"/>
            <a:chExt cx="235600" cy="857200"/>
          </a:xfrm>
        </p:grpSpPr>
        <p:sp>
          <p:nvSpPr>
            <p:cNvPr id="586" name="Google Shape;586;p41"/>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41"/>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41"/>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41"/>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41"/>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41"/>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Target infographic</a:t>
            </a:r>
            <a:endParaRPr/>
          </a:p>
        </p:txBody>
      </p:sp>
      <p:sp>
        <p:nvSpPr>
          <p:cNvPr id="597" name="Google Shape;597;p42"/>
          <p:cNvSpPr txBox="1"/>
          <p:nvPr/>
        </p:nvSpPr>
        <p:spPr>
          <a:xfrm>
            <a:off x="3364075" y="1187275"/>
            <a:ext cx="2224500" cy="4842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Behavior</a:t>
            </a:r>
            <a:endParaRPr sz="1800" b="1">
              <a:solidFill>
                <a:schemeClr val="dk1"/>
              </a:solidFill>
              <a:latin typeface="Geologica"/>
              <a:ea typeface="Geologica"/>
              <a:cs typeface="Geologica"/>
              <a:sym typeface="Geologica"/>
            </a:endParaRPr>
          </a:p>
        </p:txBody>
      </p:sp>
      <p:sp>
        <p:nvSpPr>
          <p:cNvPr id="598" name="Google Shape;598;p42"/>
          <p:cNvSpPr txBox="1"/>
          <p:nvPr/>
        </p:nvSpPr>
        <p:spPr>
          <a:xfrm>
            <a:off x="3364075" y="1837675"/>
            <a:ext cx="2224500" cy="2268300"/>
          </a:xfrm>
          <a:prstGeom prst="rect">
            <a:avLst/>
          </a:prstGeom>
          <a:noFill/>
          <a:ln>
            <a:noFill/>
          </a:ln>
        </p:spPr>
        <p:txBody>
          <a:bodyPr spcFirstLastPara="1" wrap="square" lIns="91425" tIns="91425" rIns="91425" bIns="91425" anchor="t" anchorCtr="0">
            <a:noAutofit/>
          </a:bodyPr>
          <a:lstStyle/>
          <a:p>
            <a:pPr marL="320040" lvl="0" indent="-259080" algn="l" rtl="0">
              <a:spcBef>
                <a:spcPts val="0"/>
              </a:spcBef>
              <a:spcAft>
                <a:spcPts val="0"/>
              </a:spcAft>
              <a:buClr>
                <a:schemeClr val="dk1"/>
              </a:buClr>
              <a:buSzPts val="1200"/>
              <a:buFont typeface="Figtree"/>
              <a:buChar char="●"/>
            </a:pPr>
            <a:r>
              <a:rPr lang="en" sz="1200">
                <a:solidFill>
                  <a:schemeClr val="dk1"/>
                </a:solidFill>
                <a:latin typeface="Figtree"/>
                <a:ea typeface="Figtree"/>
                <a:cs typeface="Figtree"/>
                <a:sym typeface="Figtree"/>
              </a:rPr>
              <a:t>Mercury is the closest planet to the Sun and the smallest one</a:t>
            </a:r>
            <a:endParaRPr sz="1200">
              <a:solidFill>
                <a:schemeClr val="dk1"/>
              </a:solidFill>
              <a:latin typeface="Figtree"/>
              <a:ea typeface="Figtree"/>
              <a:cs typeface="Figtree"/>
              <a:sym typeface="Figtree"/>
            </a:endParaRPr>
          </a:p>
          <a:p>
            <a:pPr marL="320040" lvl="0" indent="-259080" algn="l" rtl="0">
              <a:spcBef>
                <a:spcPts val="1000"/>
              </a:spcBef>
              <a:spcAft>
                <a:spcPts val="0"/>
              </a:spcAft>
              <a:buClr>
                <a:schemeClr val="dk1"/>
              </a:buClr>
              <a:buSzPts val="1200"/>
              <a:buFont typeface="Figtree"/>
              <a:buChar char="●"/>
            </a:pPr>
            <a:r>
              <a:rPr lang="en" sz="1200">
                <a:solidFill>
                  <a:schemeClr val="dk1"/>
                </a:solidFill>
                <a:latin typeface="Figtree"/>
                <a:ea typeface="Figtree"/>
                <a:cs typeface="Figtree"/>
                <a:sym typeface="Figtree"/>
              </a:rPr>
              <a:t>Venus has a beautiful name and is the second planet from the Sun</a:t>
            </a:r>
            <a:endParaRPr sz="1200">
              <a:solidFill>
                <a:schemeClr val="dk1"/>
              </a:solidFill>
              <a:latin typeface="Figtree"/>
              <a:ea typeface="Figtree"/>
              <a:cs typeface="Figtree"/>
              <a:sym typeface="Figtree"/>
            </a:endParaRPr>
          </a:p>
          <a:p>
            <a:pPr marL="320040" lvl="0" indent="-259080" algn="l" rtl="0">
              <a:spcBef>
                <a:spcPts val="1000"/>
              </a:spcBef>
              <a:spcAft>
                <a:spcPts val="1000"/>
              </a:spcAft>
              <a:buClr>
                <a:schemeClr val="dk1"/>
              </a:buClr>
              <a:buSzPts val="1200"/>
              <a:buFont typeface="Figtree"/>
              <a:buChar char="●"/>
            </a:pPr>
            <a:r>
              <a:rPr lang="en" sz="1200">
                <a:solidFill>
                  <a:schemeClr val="dk1"/>
                </a:solidFill>
                <a:latin typeface="Figtree"/>
                <a:ea typeface="Figtree"/>
                <a:cs typeface="Figtree"/>
                <a:sym typeface="Figtree"/>
              </a:rPr>
              <a:t>Despite being red, Mars is a cold place. It’s full of iron oxide dust</a:t>
            </a:r>
            <a:endParaRPr sz="1200">
              <a:solidFill>
                <a:schemeClr val="dk1"/>
              </a:solidFill>
              <a:latin typeface="Figtree"/>
              <a:ea typeface="Figtree"/>
              <a:cs typeface="Figtree"/>
              <a:sym typeface="Figtree"/>
            </a:endParaRPr>
          </a:p>
        </p:txBody>
      </p:sp>
      <p:sp>
        <p:nvSpPr>
          <p:cNvPr id="599" name="Google Shape;599;p42"/>
          <p:cNvSpPr txBox="1"/>
          <p:nvPr/>
        </p:nvSpPr>
        <p:spPr>
          <a:xfrm>
            <a:off x="719999" y="1187263"/>
            <a:ext cx="2408700" cy="4842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Demographic</a:t>
            </a:r>
            <a:endParaRPr sz="1800" b="1">
              <a:solidFill>
                <a:schemeClr val="dk1"/>
              </a:solidFill>
              <a:latin typeface="Geologica"/>
              <a:ea typeface="Geologica"/>
              <a:cs typeface="Geologica"/>
              <a:sym typeface="Geologica"/>
            </a:endParaRPr>
          </a:p>
        </p:txBody>
      </p:sp>
      <p:sp>
        <p:nvSpPr>
          <p:cNvPr id="600" name="Google Shape;600;p42"/>
          <p:cNvSpPr txBox="1"/>
          <p:nvPr/>
        </p:nvSpPr>
        <p:spPr>
          <a:xfrm>
            <a:off x="6029715" y="2947213"/>
            <a:ext cx="1098300" cy="32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Region</a:t>
            </a:r>
            <a:endParaRPr sz="1200" b="1">
              <a:solidFill>
                <a:schemeClr val="dk1"/>
              </a:solidFill>
              <a:latin typeface="Geologica"/>
              <a:ea typeface="Geologica"/>
              <a:cs typeface="Geologica"/>
              <a:sym typeface="Geologica"/>
            </a:endParaRPr>
          </a:p>
        </p:txBody>
      </p:sp>
      <p:sp>
        <p:nvSpPr>
          <p:cNvPr id="601" name="Google Shape;601;p42"/>
          <p:cNvSpPr txBox="1"/>
          <p:nvPr/>
        </p:nvSpPr>
        <p:spPr>
          <a:xfrm>
            <a:off x="7128012" y="2947213"/>
            <a:ext cx="1304400" cy="32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Europe, Asia</a:t>
            </a:r>
            <a:endParaRPr sz="1200">
              <a:solidFill>
                <a:schemeClr val="dk1"/>
              </a:solidFill>
              <a:latin typeface="Figtree"/>
              <a:ea typeface="Figtree"/>
              <a:cs typeface="Figtree"/>
              <a:sym typeface="Figtree"/>
            </a:endParaRPr>
          </a:p>
        </p:txBody>
      </p:sp>
      <p:sp>
        <p:nvSpPr>
          <p:cNvPr id="602" name="Google Shape;602;p42"/>
          <p:cNvSpPr txBox="1"/>
          <p:nvPr/>
        </p:nvSpPr>
        <p:spPr>
          <a:xfrm>
            <a:off x="6029715" y="3239538"/>
            <a:ext cx="1098300" cy="32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Area</a:t>
            </a:r>
            <a:endParaRPr sz="1200" b="1">
              <a:solidFill>
                <a:schemeClr val="dk1"/>
              </a:solidFill>
              <a:latin typeface="Geologica"/>
              <a:ea typeface="Geologica"/>
              <a:cs typeface="Geologica"/>
              <a:sym typeface="Geologica"/>
            </a:endParaRPr>
          </a:p>
        </p:txBody>
      </p:sp>
      <p:sp>
        <p:nvSpPr>
          <p:cNvPr id="603" name="Google Shape;603;p42"/>
          <p:cNvSpPr txBox="1"/>
          <p:nvPr/>
        </p:nvSpPr>
        <p:spPr>
          <a:xfrm>
            <a:off x="7128012" y="3239538"/>
            <a:ext cx="1304400" cy="32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Urban</a:t>
            </a:r>
            <a:endParaRPr sz="1200">
              <a:solidFill>
                <a:schemeClr val="dk1"/>
              </a:solidFill>
              <a:latin typeface="Figtree"/>
              <a:ea typeface="Figtree"/>
              <a:cs typeface="Figtree"/>
              <a:sym typeface="Figtree"/>
            </a:endParaRPr>
          </a:p>
        </p:txBody>
      </p:sp>
      <p:graphicFrame>
        <p:nvGraphicFramePr>
          <p:cNvPr id="604" name="Google Shape;604;p42"/>
          <p:cNvGraphicFramePr/>
          <p:nvPr/>
        </p:nvGraphicFramePr>
        <p:xfrm>
          <a:off x="714025" y="1837663"/>
          <a:ext cx="3000000" cy="3000000"/>
        </p:xfrm>
        <a:graphic>
          <a:graphicData uri="http://schemas.openxmlformats.org/drawingml/2006/table">
            <a:tbl>
              <a:tblPr>
                <a:noFill/>
                <a:tableStyleId>{F952BC47-DEB5-42AE-B508-9AF749495DB4}</a:tableStyleId>
              </a:tblPr>
              <a:tblGrid>
                <a:gridCol w="1056525">
                  <a:extLst>
                    <a:ext uri="{9D8B030D-6E8A-4147-A177-3AD203B41FA5}">
                      <a16:colId xmlns:a16="http://schemas.microsoft.com/office/drawing/2014/main" val="20000"/>
                    </a:ext>
                  </a:extLst>
                </a:gridCol>
                <a:gridCol w="1352175">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Age</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25-50 years old</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Gender</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Male and female</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Occupation</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Employees</a:t>
                      </a:r>
                      <a:endParaRPr sz="1200">
                        <a:solidFill>
                          <a:schemeClr val="dk1"/>
                        </a:solidFill>
                        <a:latin typeface="Figtree"/>
                        <a:ea typeface="Figtree"/>
                        <a:cs typeface="Figtree"/>
                        <a:sym typeface="Figtree"/>
                      </a:endParaRPr>
                    </a:p>
                    <a:p>
                      <a:pPr marL="0" lvl="0" indent="0" algn="l" rtl="0">
                        <a:spcBef>
                          <a:spcPts val="0"/>
                        </a:spcBef>
                        <a:spcAft>
                          <a:spcPts val="0"/>
                        </a:spcAft>
                        <a:buNone/>
                      </a:pPr>
                      <a:r>
                        <a:rPr lang="en" sz="1200">
                          <a:solidFill>
                            <a:schemeClr val="dk1"/>
                          </a:solidFill>
                          <a:latin typeface="Figtree"/>
                          <a:ea typeface="Figtree"/>
                          <a:cs typeface="Figtree"/>
                          <a:sym typeface="Figtree"/>
                        </a:rPr>
                        <a:t>and students</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Family situation</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Single and married people</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409075">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Income</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$50,000/year</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605" name="Google Shape;605;p42"/>
          <p:cNvSpPr txBox="1"/>
          <p:nvPr/>
        </p:nvSpPr>
        <p:spPr>
          <a:xfrm>
            <a:off x="5876100" y="3695275"/>
            <a:ext cx="2556300" cy="54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Figtree"/>
                <a:ea typeface="Figtree"/>
                <a:cs typeface="Figtree"/>
                <a:sym typeface="Figtree"/>
              </a:rPr>
              <a:t>Follow the link in the graph to modify its data and then paste the new one here. </a:t>
            </a:r>
            <a:r>
              <a:rPr lang="en" sz="1000" b="1" u="sng">
                <a:solidFill>
                  <a:schemeClr val="dk1"/>
                </a:solidFill>
                <a:latin typeface="Figtree"/>
                <a:ea typeface="Figtree"/>
                <a:cs typeface="Figtree"/>
                <a:sym typeface="Figtree"/>
                <a:hlinkClick r:id="rId3">
                  <a:extLst>
                    <a:ext uri="{A12FA001-AC4F-418D-AE19-62706E023703}">
                      <ahyp:hlinkClr xmlns:ahyp="http://schemas.microsoft.com/office/drawing/2018/hyperlinkcolor" val="tx"/>
                    </a:ext>
                  </a:extLst>
                </a:hlinkClick>
              </a:rPr>
              <a:t>For more info, click here</a:t>
            </a:r>
            <a:endParaRPr sz="1000" b="1" u="sng">
              <a:solidFill>
                <a:schemeClr val="dk1"/>
              </a:solidFill>
              <a:latin typeface="Figtree"/>
              <a:ea typeface="Figtree"/>
              <a:cs typeface="Figtree"/>
              <a:sym typeface="Figtree"/>
            </a:endParaRPr>
          </a:p>
        </p:txBody>
      </p:sp>
      <p:pic>
        <p:nvPicPr>
          <p:cNvPr id="606" name="Google Shape;606;p42" title="Gráfico">
            <a:hlinkClick r:id="rId4"/>
          </p:cNvPr>
          <p:cNvPicPr preferRelativeResize="0"/>
          <p:nvPr/>
        </p:nvPicPr>
        <p:blipFill>
          <a:blip r:embed="rId5">
            <a:alphaModFix/>
          </a:blip>
          <a:stretch>
            <a:fillRect/>
          </a:stretch>
        </p:blipFill>
        <p:spPr>
          <a:xfrm>
            <a:off x="5820443" y="1187275"/>
            <a:ext cx="2603557" cy="1612475"/>
          </a:xfrm>
          <a:prstGeom prst="rect">
            <a:avLst/>
          </a:prstGeom>
          <a:noFill/>
          <a:ln>
            <a:noFill/>
          </a:ln>
        </p:spPr>
      </p:pic>
      <p:grpSp>
        <p:nvGrpSpPr>
          <p:cNvPr id="607" name="Google Shape;607;p42"/>
          <p:cNvGrpSpPr/>
          <p:nvPr/>
        </p:nvGrpSpPr>
        <p:grpSpPr>
          <a:xfrm rot="5400000">
            <a:off x="1670527" y="3968418"/>
            <a:ext cx="615152" cy="1271155"/>
            <a:chOff x="6482900" y="1354425"/>
            <a:chExt cx="235600" cy="856400"/>
          </a:xfrm>
        </p:grpSpPr>
        <p:sp>
          <p:nvSpPr>
            <p:cNvPr id="608" name="Google Shape;608;p42"/>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42"/>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42"/>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42"/>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2"/>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42"/>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Organizational chart</a:t>
            </a:r>
            <a:endParaRPr/>
          </a:p>
        </p:txBody>
      </p:sp>
      <p:cxnSp>
        <p:nvCxnSpPr>
          <p:cNvPr id="619" name="Google Shape;619;p43"/>
          <p:cNvCxnSpPr>
            <a:stCxn id="620" idx="2"/>
            <a:endCxn id="621" idx="0"/>
          </p:cNvCxnSpPr>
          <p:nvPr/>
        </p:nvCxnSpPr>
        <p:spPr>
          <a:xfrm rot="-5400000" flipH="1">
            <a:off x="5135049" y="1044676"/>
            <a:ext cx="413400" cy="1546200"/>
          </a:xfrm>
          <a:prstGeom prst="bentConnector3">
            <a:avLst>
              <a:gd name="adj1" fmla="val 49996"/>
            </a:avLst>
          </a:prstGeom>
          <a:noFill/>
          <a:ln w="9525" cap="flat" cmpd="sng">
            <a:solidFill>
              <a:schemeClr val="dk1"/>
            </a:solidFill>
            <a:prstDash val="solid"/>
            <a:miter lim="8000"/>
            <a:headEnd type="none" w="sm" len="sm"/>
            <a:tailEnd type="none" w="sm" len="sm"/>
          </a:ln>
        </p:spPr>
      </p:cxnSp>
      <p:cxnSp>
        <p:nvCxnSpPr>
          <p:cNvPr id="622" name="Google Shape;622;p43"/>
          <p:cNvCxnSpPr>
            <a:stCxn id="623" idx="0"/>
            <a:endCxn id="620" idx="2"/>
          </p:cNvCxnSpPr>
          <p:nvPr/>
        </p:nvCxnSpPr>
        <p:spPr>
          <a:xfrm rot="-5400000">
            <a:off x="3588960" y="1044642"/>
            <a:ext cx="413400" cy="1546200"/>
          </a:xfrm>
          <a:prstGeom prst="bentConnector3">
            <a:avLst>
              <a:gd name="adj1" fmla="val 49996"/>
            </a:avLst>
          </a:prstGeom>
          <a:noFill/>
          <a:ln w="9525" cap="flat" cmpd="sng">
            <a:solidFill>
              <a:schemeClr val="dk1"/>
            </a:solidFill>
            <a:prstDash val="solid"/>
            <a:miter lim="8000"/>
            <a:headEnd type="none" w="sm" len="sm"/>
            <a:tailEnd type="none" w="sm" len="sm"/>
          </a:ln>
        </p:spPr>
      </p:cxnSp>
      <p:cxnSp>
        <p:nvCxnSpPr>
          <p:cNvPr id="624" name="Google Shape;624;p43"/>
          <p:cNvCxnSpPr>
            <a:stCxn id="623" idx="2"/>
            <a:endCxn id="625" idx="0"/>
          </p:cNvCxnSpPr>
          <p:nvPr/>
        </p:nvCxnSpPr>
        <p:spPr>
          <a:xfrm rot="-5400000" flipH="1">
            <a:off x="3165660" y="2252142"/>
            <a:ext cx="451800" cy="7380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26" name="Google Shape;626;p43"/>
          <p:cNvCxnSpPr>
            <a:stCxn id="627" idx="0"/>
            <a:endCxn id="623" idx="2"/>
          </p:cNvCxnSpPr>
          <p:nvPr/>
        </p:nvCxnSpPr>
        <p:spPr>
          <a:xfrm rot="-5400000">
            <a:off x="2427531" y="2252026"/>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28" name="Google Shape;628;p43"/>
          <p:cNvCxnSpPr>
            <a:stCxn id="621" idx="2"/>
            <a:endCxn id="629" idx="0"/>
          </p:cNvCxnSpPr>
          <p:nvPr/>
        </p:nvCxnSpPr>
        <p:spPr>
          <a:xfrm rot="-5400000" flipH="1">
            <a:off x="6257834" y="2252142"/>
            <a:ext cx="451800" cy="7380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0" name="Google Shape;630;p43"/>
          <p:cNvCxnSpPr>
            <a:stCxn id="631" idx="0"/>
            <a:endCxn id="621" idx="2"/>
          </p:cNvCxnSpPr>
          <p:nvPr/>
        </p:nvCxnSpPr>
        <p:spPr>
          <a:xfrm rot="-5400000">
            <a:off x="5519704" y="2252026"/>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2" name="Google Shape;632;p43"/>
          <p:cNvCxnSpPr>
            <a:stCxn id="633" idx="0"/>
            <a:endCxn id="627" idx="2"/>
          </p:cNvCxnSpPr>
          <p:nvPr/>
        </p:nvCxnSpPr>
        <p:spPr>
          <a:xfrm rot="-5400000">
            <a:off x="1692740" y="3078109"/>
            <a:ext cx="451800" cy="7314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4" name="Google Shape;634;p43"/>
          <p:cNvCxnSpPr>
            <a:stCxn id="635" idx="0"/>
            <a:endCxn id="627" idx="2"/>
          </p:cNvCxnSpPr>
          <p:nvPr/>
        </p:nvCxnSpPr>
        <p:spPr>
          <a:xfrm rot="5400000" flipH="1">
            <a:off x="2430834" y="3071209"/>
            <a:ext cx="451800" cy="7452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6" name="Google Shape;636;p43"/>
          <p:cNvCxnSpPr>
            <a:stCxn id="637" idx="0"/>
            <a:endCxn id="631" idx="2"/>
          </p:cNvCxnSpPr>
          <p:nvPr/>
        </p:nvCxnSpPr>
        <p:spPr>
          <a:xfrm rot="-5400000">
            <a:off x="4781510" y="3074659"/>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8" name="Google Shape;638;p43"/>
          <p:cNvCxnSpPr>
            <a:stCxn id="639" idx="0"/>
            <a:endCxn id="631" idx="2"/>
          </p:cNvCxnSpPr>
          <p:nvPr/>
        </p:nvCxnSpPr>
        <p:spPr>
          <a:xfrm rot="5400000" flipH="1">
            <a:off x="5519604" y="3074659"/>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40" name="Google Shape;640;p43"/>
          <p:cNvCxnSpPr>
            <a:stCxn id="641" idx="0"/>
            <a:endCxn id="631" idx="2"/>
          </p:cNvCxnSpPr>
          <p:nvPr/>
        </p:nvCxnSpPr>
        <p:spPr>
          <a:xfrm rot="5400000" flipH="1">
            <a:off x="6257860" y="2336509"/>
            <a:ext cx="451800" cy="2214600"/>
          </a:xfrm>
          <a:prstGeom prst="bentConnector3">
            <a:avLst>
              <a:gd name="adj1" fmla="val 50004"/>
            </a:avLst>
          </a:prstGeom>
          <a:noFill/>
          <a:ln w="9525" cap="flat" cmpd="sng">
            <a:solidFill>
              <a:schemeClr val="dk1"/>
            </a:solidFill>
            <a:prstDash val="solid"/>
            <a:miter lim="8000"/>
            <a:headEnd type="none" w="sm" len="sm"/>
            <a:tailEnd type="none" w="sm" len="sm"/>
          </a:ln>
        </p:spPr>
      </p:cxnSp>
      <p:sp>
        <p:nvSpPr>
          <p:cNvPr id="620" name="Google Shape;620;p43"/>
          <p:cNvSpPr txBox="1"/>
          <p:nvPr/>
        </p:nvSpPr>
        <p:spPr>
          <a:xfrm>
            <a:off x="3895899" y="1240276"/>
            <a:ext cx="13455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Sun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CEO</a:t>
            </a:r>
            <a:endParaRPr sz="1000">
              <a:solidFill>
                <a:schemeClr val="dk1"/>
              </a:solidFill>
              <a:latin typeface="Figtree"/>
              <a:ea typeface="Figtree"/>
              <a:cs typeface="Figtree"/>
              <a:sym typeface="Figtree"/>
            </a:endParaRPr>
          </a:p>
        </p:txBody>
      </p:sp>
      <p:sp>
        <p:nvSpPr>
          <p:cNvPr id="623" name="Google Shape;623;p43"/>
          <p:cNvSpPr txBox="1"/>
          <p:nvPr/>
        </p:nvSpPr>
        <p:spPr>
          <a:xfrm>
            <a:off x="2350860" y="2024442"/>
            <a:ext cx="13434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Jupiter</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Department Head</a:t>
            </a:r>
            <a:endParaRPr sz="1000">
              <a:solidFill>
                <a:schemeClr val="dk1"/>
              </a:solidFill>
              <a:latin typeface="Figtree"/>
              <a:ea typeface="Figtree"/>
              <a:cs typeface="Figtree"/>
              <a:sym typeface="Figtree"/>
            </a:endParaRPr>
          </a:p>
        </p:txBody>
      </p:sp>
      <p:sp>
        <p:nvSpPr>
          <p:cNvPr id="621" name="Google Shape;621;p43"/>
          <p:cNvSpPr txBox="1"/>
          <p:nvPr/>
        </p:nvSpPr>
        <p:spPr>
          <a:xfrm>
            <a:off x="5443034" y="2024442"/>
            <a:ext cx="13434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Neptune</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Department Head</a:t>
            </a:r>
            <a:endParaRPr sz="1000">
              <a:solidFill>
                <a:schemeClr val="dk1"/>
              </a:solidFill>
              <a:latin typeface="Figtree"/>
              <a:ea typeface="Figtree"/>
              <a:cs typeface="Figtree"/>
              <a:sym typeface="Figtree"/>
            </a:endParaRPr>
          </a:p>
        </p:txBody>
      </p:sp>
      <p:sp>
        <p:nvSpPr>
          <p:cNvPr id="629" name="Google Shape;629;p43"/>
          <p:cNvSpPr txBox="1"/>
          <p:nvPr/>
        </p:nvSpPr>
        <p:spPr>
          <a:xfrm>
            <a:off x="6264548"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Mars</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31" name="Google Shape;631;p43"/>
          <p:cNvSpPr txBox="1"/>
          <p:nvPr/>
        </p:nvSpPr>
        <p:spPr>
          <a:xfrm>
            <a:off x="4788154"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Venus</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25" name="Google Shape;625;p43"/>
          <p:cNvSpPr txBox="1"/>
          <p:nvPr/>
        </p:nvSpPr>
        <p:spPr>
          <a:xfrm>
            <a:off x="3172374"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Earth</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27" name="Google Shape;627;p43"/>
          <p:cNvSpPr txBox="1"/>
          <p:nvPr/>
        </p:nvSpPr>
        <p:spPr>
          <a:xfrm>
            <a:off x="1695981"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Saturn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39" name="Google Shape;639;p43"/>
          <p:cNvSpPr txBox="1"/>
          <p:nvPr/>
        </p:nvSpPr>
        <p:spPr>
          <a:xfrm>
            <a:off x="5526354"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Triton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37" name="Google Shape;637;p43"/>
          <p:cNvSpPr txBox="1"/>
          <p:nvPr/>
        </p:nvSpPr>
        <p:spPr>
          <a:xfrm>
            <a:off x="4049960"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Titan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35" name="Google Shape;635;p43"/>
          <p:cNvSpPr txBox="1"/>
          <p:nvPr/>
        </p:nvSpPr>
        <p:spPr>
          <a:xfrm>
            <a:off x="2441034"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Mercury</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33" name="Google Shape;633;p43"/>
          <p:cNvSpPr txBox="1"/>
          <p:nvPr/>
        </p:nvSpPr>
        <p:spPr>
          <a:xfrm>
            <a:off x="964640"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Moon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41" name="Google Shape;641;p43"/>
          <p:cNvSpPr txBox="1"/>
          <p:nvPr/>
        </p:nvSpPr>
        <p:spPr>
          <a:xfrm>
            <a:off x="7002760"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Callisto</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grpSp>
        <p:nvGrpSpPr>
          <p:cNvPr id="642" name="Google Shape;642;p43"/>
          <p:cNvGrpSpPr/>
          <p:nvPr/>
        </p:nvGrpSpPr>
        <p:grpSpPr>
          <a:xfrm rot="5400000">
            <a:off x="7308507" y="4010399"/>
            <a:ext cx="615152" cy="1272342"/>
            <a:chOff x="6482900" y="1839975"/>
            <a:chExt cx="235600" cy="857200"/>
          </a:xfrm>
        </p:grpSpPr>
        <p:sp>
          <p:nvSpPr>
            <p:cNvPr id="643" name="Google Shape;643;p43"/>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43"/>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43"/>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43"/>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43"/>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43"/>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Roadmap infographic</a:t>
            </a:r>
            <a:endParaRPr/>
          </a:p>
        </p:txBody>
      </p:sp>
      <p:graphicFrame>
        <p:nvGraphicFramePr>
          <p:cNvPr id="654" name="Google Shape;654;p44"/>
          <p:cNvGraphicFramePr/>
          <p:nvPr/>
        </p:nvGraphicFramePr>
        <p:xfrm>
          <a:off x="726875" y="1317667"/>
          <a:ext cx="3000000" cy="3000000"/>
        </p:xfrm>
        <a:graphic>
          <a:graphicData uri="http://schemas.openxmlformats.org/drawingml/2006/table">
            <a:tbl>
              <a:tblPr>
                <a:noFill/>
                <a:tableStyleId>{8D8F93B5-1F1F-4D79-8392-977954BB6DA0}</a:tableStyleId>
              </a:tblPr>
              <a:tblGrid>
                <a:gridCol w="1138550">
                  <a:extLst>
                    <a:ext uri="{9D8B030D-6E8A-4147-A177-3AD203B41FA5}">
                      <a16:colId xmlns:a16="http://schemas.microsoft.com/office/drawing/2014/main" val="20000"/>
                    </a:ext>
                  </a:extLst>
                </a:gridCol>
                <a:gridCol w="1775350">
                  <a:extLst>
                    <a:ext uri="{9D8B030D-6E8A-4147-A177-3AD203B41FA5}">
                      <a16:colId xmlns:a16="http://schemas.microsoft.com/office/drawing/2014/main" val="20001"/>
                    </a:ext>
                  </a:extLst>
                </a:gridCol>
                <a:gridCol w="399125">
                  <a:extLst>
                    <a:ext uri="{9D8B030D-6E8A-4147-A177-3AD203B41FA5}">
                      <a16:colId xmlns:a16="http://schemas.microsoft.com/office/drawing/2014/main" val="20002"/>
                    </a:ext>
                  </a:extLst>
                </a:gridCol>
                <a:gridCol w="399125">
                  <a:extLst>
                    <a:ext uri="{9D8B030D-6E8A-4147-A177-3AD203B41FA5}">
                      <a16:colId xmlns:a16="http://schemas.microsoft.com/office/drawing/2014/main" val="20003"/>
                    </a:ext>
                  </a:extLst>
                </a:gridCol>
                <a:gridCol w="399125">
                  <a:extLst>
                    <a:ext uri="{9D8B030D-6E8A-4147-A177-3AD203B41FA5}">
                      <a16:colId xmlns:a16="http://schemas.microsoft.com/office/drawing/2014/main" val="20004"/>
                    </a:ext>
                  </a:extLst>
                </a:gridCol>
                <a:gridCol w="399125">
                  <a:extLst>
                    <a:ext uri="{9D8B030D-6E8A-4147-A177-3AD203B41FA5}">
                      <a16:colId xmlns:a16="http://schemas.microsoft.com/office/drawing/2014/main" val="20005"/>
                    </a:ext>
                  </a:extLst>
                </a:gridCol>
                <a:gridCol w="399125">
                  <a:extLst>
                    <a:ext uri="{9D8B030D-6E8A-4147-A177-3AD203B41FA5}">
                      <a16:colId xmlns:a16="http://schemas.microsoft.com/office/drawing/2014/main" val="20006"/>
                    </a:ext>
                  </a:extLst>
                </a:gridCol>
                <a:gridCol w="399125">
                  <a:extLst>
                    <a:ext uri="{9D8B030D-6E8A-4147-A177-3AD203B41FA5}">
                      <a16:colId xmlns:a16="http://schemas.microsoft.com/office/drawing/2014/main" val="20007"/>
                    </a:ext>
                  </a:extLst>
                </a:gridCol>
                <a:gridCol w="399125">
                  <a:extLst>
                    <a:ext uri="{9D8B030D-6E8A-4147-A177-3AD203B41FA5}">
                      <a16:colId xmlns:a16="http://schemas.microsoft.com/office/drawing/2014/main" val="20008"/>
                    </a:ext>
                  </a:extLst>
                </a:gridCol>
                <a:gridCol w="399125">
                  <a:extLst>
                    <a:ext uri="{9D8B030D-6E8A-4147-A177-3AD203B41FA5}">
                      <a16:colId xmlns:a16="http://schemas.microsoft.com/office/drawing/2014/main" val="20009"/>
                    </a:ext>
                  </a:extLst>
                </a:gridCol>
                <a:gridCol w="399125">
                  <a:extLst>
                    <a:ext uri="{9D8B030D-6E8A-4147-A177-3AD203B41FA5}">
                      <a16:colId xmlns:a16="http://schemas.microsoft.com/office/drawing/2014/main" val="20010"/>
                    </a:ext>
                  </a:extLst>
                </a:gridCol>
                <a:gridCol w="399125">
                  <a:extLst>
                    <a:ext uri="{9D8B030D-6E8A-4147-A177-3AD203B41FA5}">
                      <a16:colId xmlns:a16="http://schemas.microsoft.com/office/drawing/2014/main" val="20011"/>
                    </a:ext>
                  </a:extLst>
                </a:gridCol>
                <a:gridCol w="399125">
                  <a:extLst>
                    <a:ext uri="{9D8B030D-6E8A-4147-A177-3AD203B41FA5}">
                      <a16:colId xmlns:a16="http://schemas.microsoft.com/office/drawing/2014/main" val="20012"/>
                    </a:ext>
                  </a:extLst>
                </a:gridCol>
                <a:gridCol w="399125">
                  <a:extLst>
                    <a:ext uri="{9D8B030D-6E8A-4147-A177-3AD203B41FA5}">
                      <a16:colId xmlns:a16="http://schemas.microsoft.com/office/drawing/2014/main" val="20013"/>
                    </a:ext>
                  </a:extLst>
                </a:gridCol>
              </a:tblGrid>
              <a:tr h="449500">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Initiative</a:t>
                      </a:r>
                      <a:endParaRPr sz="2000" b="1">
                        <a:solidFill>
                          <a:schemeClr val="dk1"/>
                        </a:solidFill>
                        <a:latin typeface="Geologica"/>
                        <a:ea typeface="Geologica"/>
                        <a:cs typeface="Geologica"/>
                        <a:sym typeface="Geologica"/>
                      </a:endParaRPr>
                    </a:p>
                  </a:txBody>
                  <a:tcPr marL="45700" marR="45700"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Objective</a:t>
                      </a:r>
                      <a:endParaRPr b="1">
                        <a:solidFill>
                          <a:schemeClr val="dk1"/>
                        </a:solidFill>
                        <a:latin typeface="Geologica"/>
                        <a:ea typeface="Geologica"/>
                        <a:cs typeface="Geologica"/>
                        <a:sym typeface="Geologica"/>
                      </a:endParaRPr>
                    </a:p>
                  </a:txBody>
                  <a:tcPr marL="45700" marR="4570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Jan</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Feb</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Mar</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rgbClr val="000000"/>
                        </a:buClr>
                        <a:buSzPts val="1100"/>
                        <a:buFont typeface="Arial"/>
                        <a:buNone/>
                      </a:pPr>
                      <a:r>
                        <a:rPr lang="en" b="1">
                          <a:solidFill>
                            <a:schemeClr val="dk1"/>
                          </a:solidFill>
                          <a:latin typeface="Geologica"/>
                          <a:ea typeface="Geologica"/>
                          <a:cs typeface="Geologica"/>
                          <a:sym typeface="Geologica"/>
                        </a:rPr>
                        <a:t>Apr</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May</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Jun</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Jul</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Aug</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Sep</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Oct</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Nov</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rgbClr val="000000"/>
                        </a:buClr>
                        <a:buSzPts val="1100"/>
                        <a:buFont typeface="Arial"/>
                        <a:buNone/>
                      </a:pPr>
                      <a:r>
                        <a:rPr lang="en" b="1">
                          <a:solidFill>
                            <a:schemeClr val="dk1"/>
                          </a:solidFill>
                          <a:latin typeface="Geologica"/>
                          <a:ea typeface="Geologica"/>
                          <a:cs typeface="Geologica"/>
                          <a:sym typeface="Geologica"/>
                        </a:rPr>
                        <a:t>Dec</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Venus is very hot</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Venus has a beautiful name and is the second planet</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Earth has life</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Earth is the beautiful planet on which humans live</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Mars is very cold</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Despite being red, Mars is actually a cold place</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Jupiter is</a:t>
                      </a:r>
                      <a:endParaRPr sz="1000">
                        <a:solidFill>
                          <a:schemeClr val="dk1"/>
                        </a:solidFill>
                        <a:latin typeface="Figtree"/>
                        <a:ea typeface="Figtree"/>
                        <a:cs typeface="Figtree"/>
                        <a:sym typeface="Figtree"/>
                      </a:endParaRPr>
                    </a:p>
                    <a:p>
                      <a:pPr marL="0" lvl="0" indent="0" algn="l" rtl="0">
                        <a:spcBef>
                          <a:spcPts val="0"/>
                        </a:spcBef>
                        <a:spcAft>
                          <a:spcPts val="0"/>
                        </a:spcAft>
                        <a:buNone/>
                      </a:pPr>
                      <a:r>
                        <a:rPr lang="en" sz="1000">
                          <a:solidFill>
                            <a:schemeClr val="dk1"/>
                          </a:solidFill>
                          <a:latin typeface="Figtree"/>
                          <a:ea typeface="Figtree"/>
                          <a:cs typeface="Figtree"/>
                          <a:sym typeface="Figtree"/>
                        </a:rPr>
                        <a:t>a gas giant</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Jupiter is the biggest planet in the Solar System</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Saturn has rings</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Saturn is a gas giant and has several rings</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extLst>
                  <a:ext uri="{0D108BD9-81ED-4DB2-BD59-A6C34878D82A}">
                    <a16:rowId xmlns:a16="http://schemas.microsoft.com/office/drawing/2014/main" val="10005"/>
                  </a:ext>
                </a:extLst>
              </a:tr>
            </a:tbl>
          </a:graphicData>
        </a:graphic>
      </p:graphicFrame>
      <p:grpSp>
        <p:nvGrpSpPr>
          <p:cNvPr id="655" name="Google Shape;655;p44"/>
          <p:cNvGrpSpPr/>
          <p:nvPr/>
        </p:nvGrpSpPr>
        <p:grpSpPr>
          <a:xfrm rot="5400000">
            <a:off x="543032" y="3967824"/>
            <a:ext cx="615152" cy="1272342"/>
            <a:chOff x="6482900" y="1839975"/>
            <a:chExt cx="235600" cy="857200"/>
          </a:xfrm>
        </p:grpSpPr>
        <p:sp>
          <p:nvSpPr>
            <p:cNvPr id="656" name="Google Shape;656;p44"/>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44"/>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44"/>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44"/>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44"/>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44"/>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pic>
        <p:nvPicPr>
          <p:cNvPr id="666" name="Google Shape;666;p45"/>
          <p:cNvPicPr preferRelativeResize="0">
            <a:picLocks noGrp="1"/>
          </p:cNvPicPr>
          <p:nvPr>
            <p:ph type="pic" idx="2"/>
          </p:nvPr>
        </p:nvPicPr>
        <p:blipFill rotWithShape="1">
          <a:blip r:embed="rId3">
            <a:alphaModFix/>
          </a:blip>
          <a:srcRect t="10025" b="10025"/>
          <a:stretch/>
        </p:blipFill>
        <p:spPr>
          <a:xfrm>
            <a:off x="713225" y="1733175"/>
            <a:ext cx="2393398" cy="2870999"/>
          </a:xfrm>
          <a:prstGeom prst="rect">
            <a:avLst/>
          </a:prstGeom>
        </p:spPr>
      </p:pic>
      <p:pic>
        <p:nvPicPr>
          <p:cNvPr id="667" name="Google Shape;667;p45"/>
          <p:cNvPicPr preferRelativeResize="0">
            <a:picLocks noGrp="1"/>
          </p:cNvPicPr>
          <p:nvPr>
            <p:ph type="pic" idx="3"/>
          </p:nvPr>
        </p:nvPicPr>
        <p:blipFill rotWithShape="1">
          <a:blip r:embed="rId4">
            <a:alphaModFix/>
          </a:blip>
          <a:srcRect t="615" r="21838" b="15045"/>
          <a:stretch/>
        </p:blipFill>
        <p:spPr>
          <a:xfrm>
            <a:off x="5647375" y="539500"/>
            <a:ext cx="2175677" cy="1782427"/>
          </a:xfrm>
          <a:prstGeom prst="rect">
            <a:avLst/>
          </a:prstGeom>
        </p:spPr>
      </p:pic>
      <p:pic>
        <p:nvPicPr>
          <p:cNvPr id="668" name="Google Shape;668;p45"/>
          <p:cNvPicPr preferRelativeResize="0">
            <a:picLocks noGrp="1"/>
          </p:cNvPicPr>
          <p:nvPr>
            <p:ph type="pic" idx="4"/>
          </p:nvPr>
        </p:nvPicPr>
        <p:blipFill rotWithShape="1">
          <a:blip r:embed="rId5">
            <a:alphaModFix/>
          </a:blip>
          <a:srcRect l="8185" t="2878" r="39510" b="17396"/>
          <a:stretch/>
        </p:blipFill>
        <p:spPr>
          <a:xfrm>
            <a:off x="5647375" y="2393925"/>
            <a:ext cx="2175677" cy="2210249"/>
          </a:xfrm>
          <a:prstGeom prst="rect">
            <a:avLst/>
          </a:prstGeom>
        </p:spPr>
      </p:pic>
      <p:sp>
        <p:nvSpPr>
          <p:cNvPr id="669" name="Google Shape;669;p45"/>
          <p:cNvSpPr txBox="1">
            <a:spLocks noGrp="1"/>
          </p:cNvSpPr>
          <p:nvPr>
            <p:ph type="title"/>
          </p:nvPr>
        </p:nvSpPr>
        <p:spPr>
          <a:xfrm>
            <a:off x="713225" y="546316"/>
            <a:ext cx="2103600" cy="95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Photo showcase</a:t>
            </a:r>
            <a:endParaRPr/>
          </a:p>
        </p:txBody>
      </p:sp>
      <p:sp>
        <p:nvSpPr>
          <p:cNvPr id="670" name="Google Shape;670;p45"/>
          <p:cNvSpPr txBox="1">
            <a:spLocks noGrp="1"/>
          </p:cNvSpPr>
          <p:nvPr>
            <p:ph type="subTitle" idx="1"/>
          </p:nvPr>
        </p:nvSpPr>
        <p:spPr>
          <a:xfrm>
            <a:off x="2974275" y="546241"/>
            <a:ext cx="2498100" cy="95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replace the images on the screen with others. Just right-click on any of them and select “Replace image”</a:t>
            </a:r>
            <a:endParaRPr/>
          </a:p>
        </p:txBody>
      </p:sp>
      <p:pic>
        <p:nvPicPr>
          <p:cNvPr id="671" name="Google Shape;671;p45"/>
          <p:cNvPicPr preferRelativeResize="0">
            <a:picLocks noGrp="1"/>
          </p:cNvPicPr>
          <p:nvPr>
            <p:ph type="pic" idx="5"/>
          </p:nvPr>
        </p:nvPicPr>
        <p:blipFill rotWithShape="1">
          <a:blip r:embed="rId6">
            <a:alphaModFix/>
          </a:blip>
          <a:srcRect l="4550" r="39887"/>
          <a:stretch/>
        </p:blipFill>
        <p:spPr>
          <a:xfrm>
            <a:off x="3180300" y="1733175"/>
            <a:ext cx="2393400" cy="2871001"/>
          </a:xfrm>
          <a:prstGeom prst="rect">
            <a:avLst/>
          </a:prstGeom>
        </p:spPr>
      </p:pic>
      <p:grpSp>
        <p:nvGrpSpPr>
          <p:cNvPr id="672" name="Google Shape;672;p45"/>
          <p:cNvGrpSpPr/>
          <p:nvPr/>
        </p:nvGrpSpPr>
        <p:grpSpPr>
          <a:xfrm rot="10800000">
            <a:off x="8123200" y="1438915"/>
            <a:ext cx="615152" cy="2716009"/>
            <a:chOff x="6482900" y="1354425"/>
            <a:chExt cx="235600" cy="1829825"/>
          </a:xfrm>
        </p:grpSpPr>
        <p:sp>
          <p:nvSpPr>
            <p:cNvPr id="673" name="Google Shape;673;p45"/>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45"/>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45"/>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45"/>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45"/>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45"/>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45"/>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45"/>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45"/>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45"/>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45"/>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45"/>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45"/>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45"/>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46"/>
          <p:cNvSpPr txBox="1">
            <a:spLocks noGrp="1"/>
          </p:cNvSpPr>
          <p:nvPr>
            <p:ph type="title"/>
          </p:nvPr>
        </p:nvSpPr>
        <p:spPr>
          <a:xfrm>
            <a:off x="713225" y="1203733"/>
            <a:ext cx="3813600" cy="944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Thanks!</a:t>
            </a:r>
            <a:endParaRPr/>
          </a:p>
        </p:txBody>
      </p:sp>
      <p:sp>
        <p:nvSpPr>
          <p:cNvPr id="692" name="Google Shape;692;p46"/>
          <p:cNvSpPr txBox="1">
            <a:spLocks noGrp="1"/>
          </p:cNvSpPr>
          <p:nvPr>
            <p:ph type="subTitle" idx="1"/>
          </p:nvPr>
        </p:nvSpPr>
        <p:spPr>
          <a:xfrm>
            <a:off x="713225" y="1974725"/>
            <a:ext cx="3813600" cy="1058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b="1"/>
              <a:t>Do you have any questions?</a:t>
            </a:r>
            <a:endParaRPr b="1"/>
          </a:p>
          <a:p>
            <a:pPr marL="0" lvl="0" indent="0" algn="l" rtl="0">
              <a:spcBef>
                <a:spcPts val="0"/>
              </a:spcBef>
              <a:spcAft>
                <a:spcPts val="0"/>
              </a:spcAft>
              <a:buNone/>
            </a:pPr>
            <a:r>
              <a:rPr lang="en"/>
              <a:t>youremail@freepik.com</a:t>
            </a:r>
            <a:endParaRPr/>
          </a:p>
          <a:p>
            <a:pPr marL="0" lvl="0" indent="0" algn="l" rtl="0">
              <a:spcBef>
                <a:spcPts val="0"/>
              </a:spcBef>
              <a:spcAft>
                <a:spcPts val="0"/>
              </a:spcAft>
              <a:buNone/>
            </a:pPr>
            <a:r>
              <a:rPr lang="en"/>
              <a:t>+34 654 321 432</a:t>
            </a:r>
            <a:endParaRPr/>
          </a:p>
          <a:p>
            <a:pPr marL="0" lvl="0" indent="0" algn="l" rtl="0">
              <a:spcBef>
                <a:spcPts val="0"/>
              </a:spcBef>
              <a:spcAft>
                <a:spcPts val="0"/>
              </a:spcAft>
              <a:buNone/>
            </a:pPr>
            <a:r>
              <a:rPr lang="en"/>
              <a:t>yourwebsite.com</a:t>
            </a:r>
            <a:endParaRPr/>
          </a:p>
        </p:txBody>
      </p:sp>
      <p:sp>
        <p:nvSpPr>
          <p:cNvPr id="693" name="Google Shape;693;p46"/>
          <p:cNvSpPr txBox="1"/>
          <p:nvPr/>
        </p:nvSpPr>
        <p:spPr>
          <a:xfrm>
            <a:off x="5339422" y="2685775"/>
            <a:ext cx="30453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Please keep this slide for attribution</a:t>
            </a:r>
            <a:endParaRPr sz="1000">
              <a:solidFill>
                <a:schemeClr val="dk1"/>
              </a:solidFill>
              <a:latin typeface="Figtree"/>
              <a:ea typeface="Figtree"/>
              <a:cs typeface="Figtree"/>
              <a:sym typeface="Figtree"/>
            </a:endParaRPr>
          </a:p>
        </p:txBody>
      </p:sp>
      <p:sp>
        <p:nvSpPr>
          <p:cNvPr id="694" name="Google Shape;694;p46"/>
          <p:cNvSpPr/>
          <p:nvPr/>
        </p:nvSpPr>
        <p:spPr>
          <a:xfrm>
            <a:off x="5434986" y="151673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5" name="Google Shape;695;p46"/>
          <p:cNvGrpSpPr/>
          <p:nvPr/>
        </p:nvGrpSpPr>
        <p:grpSpPr>
          <a:xfrm>
            <a:off x="6036351" y="1516927"/>
            <a:ext cx="346056" cy="345674"/>
            <a:chOff x="3303268" y="3817349"/>
            <a:chExt cx="346056" cy="345674"/>
          </a:xfrm>
        </p:grpSpPr>
        <p:sp>
          <p:nvSpPr>
            <p:cNvPr id="696" name="Google Shape;696;p46"/>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46"/>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46"/>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46"/>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 name="Google Shape;700;p46"/>
          <p:cNvGrpSpPr/>
          <p:nvPr/>
        </p:nvGrpSpPr>
        <p:grpSpPr>
          <a:xfrm>
            <a:off x="6638098" y="1516927"/>
            <a:ext cx="346056" cy="345674"/>
            <a:chOff x="3752358" y="3817349"/>
            <a:chExt cx="346056" cy="345674"/>
          </a:xfrm>
        </p:grpSpPr>
        <p:sp>
          <p:nvSpPr>
            <p:cNvPr id="701" name="Google Shape;701;p46"/>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46"/>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46"/>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46"/>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 name="Google Shape;705;p46"/>
          <p:cNvGrpSpPr/>
          <p:nvPr/>
        </p:nvGrpSpPr>
        <p:grpSpPr>
          <a:xfrm>
            <a:off x="7239845" y="1516927"/>
            <a:ext cx="346056" cy="345674"/>
            <a:chOff x="2238181" y="4120624"/>
            <a:chExt cx="346056" cy="345674"/>
          </a:xfrm>
        </p:grpSpPr>
        <p:grpSp>
          <p:nvGrpSpPr>
            <p:cNvPr id="706" name="Google Shape;706;p46"/>
            <p:cNvGrpSpPr/>
            <p:nvPr/>
          </p:nvGrpSpPr>
          <p:grpSpPr>
            <a:xfrm>
              <a:off x="2309155" y="4177413"/>
              <a:ext cx="203862" cy="231903"/>
              <a:chOff x="1512725" y="258500"/>
              <a:chExt cx="4570900" cy="5199625"/>
            </a:xfrm>
          </p:grpSpPr>
          <p:sp>
            <p:nvSpPr>
              <p:cNvPr id="707" name="Google Shape;707;p46"/>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46"/>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 name="Google Shape;709;p46"/>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 name="Google Shape;710;p46"/>
          <p:cNvGrpSpPr/>
          <p:nvPr/>
        </p:nvGrpSpPr>
        <p:grpSpPr>
          <a:xfrm rot="5400000">
            <a:off x="2824150" y="2390790"/>
            <a:ext cx="615152" cy="2716009"/>
            <a:chOff x="6482900" y="1354425"/>
            <a:chExt cx="235600" cy="1829825"/>
          </a:xfrm>
        </p:grpSpPr>
        <p:sp>
          <p:nvSpPr>
            <p:cNvPr id="711" name="Google Shape;711;p46"/>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46"/>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46"/>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46"/>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46"/>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46"/>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46"/>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46"/>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46"/>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46"/>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46"/>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46"/>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46"/>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46"/>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730" name="Google Shape;730;p47"/>
          <p:cNvSpPr txBox="1">
            <a:spLocks noGrp="1"/>
          </p:cNvSpPr>
          <p:nvPr>
            <p:ph type="body" idx="1"/>
          </p:nvPr>
        </p:nvSpPr>
        <p:spPr>
          <a:xfrm>
            <a:off x="720000" y="1215751"/>
            <a:ext cx="7704000" cy="318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0"/>
              </a:spcBef>
              <a:spcAft>
                <a:spcPts val="0"/>
              </a:spcAft>
              <a:buNone/>
            </a:pPr>
            <a:endParaRPr/>
          </a:p>
        </p:txBody>
      </p:sp>
      <p:sp>
        <p:nvSpPr>
          <p:cNvPr id="731" name="Google Shape;731;p47"/>
          <p:cNvSpPr/>
          <p:nvPr/>
        </p:nvSpPr>
        <p:spPr>
          <a:xfrm>
            <a:off x="1185450" y="2341912"/>
            <a:ext cx="1000200" cy="1000200"/>
          </a:xfrm>
          <a:prstGeom prst="diamond">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gtree"/>
              <a:ea typeface="Figtree"/>
              <a:cs typeface="Figtree"/>
              <a:sym typeface="Figtree"/>
            </a:endParaRPr>
          </a:p>
        </p:txBody>
      </p:sp>
      <p:sp>
        <p:nvSpPr>
          <p:cNvPr id="732" name="Google Shape;732;p47"/>
          <p:cNvSpPr/>
          <p:nvPr/>
        </p:nvSpPr>
        <p:spPr>
          <a:xfrm>
            <a:off x="2806288" y="2341912"/>
            <a:ext cx="1000200" cy="1000200"/>
          </a:xfrm>
          <a:prstGeom prst="frame">
            <a:avLst>
              <a:gd name="adj1" fmla="val 1836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gtree"/>
              <a:ea typeface="Figtree"/>
              <a:cs typeface="Figtree"/>
              <a:sym typeface="Figtree"/>
            </a:endParaRPr>
          </a:p>
        </p:txBody>
      </p:sp>
      <p:grpSp>
        <p:nvGrpSpPr>
          <p:cNvPr id="733" name="Google Shape;733;p47"/>
          <p:cNvGrpSpPr/>
          <p:nvPr/>
        </p:nvGrpSpPr>
        <p:grpSpPr>
          <a:xfrm>
            <a:off x="4795883" y="3041378"/>
            <a:ext cx="3173924" cy="708083"/>
            <a:chOff x="720150" y="295800"/>
            <a:chExt cx="7703700" cy="655875"/>
          </a:xfrm>
        </p:grpSpPr>
        <p:cxnSp>
          <p:nvCxnSpPr>
            <p:cNvPr id="734" name="Google Shape;734;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5" name="Google Shape;735;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6" name="Google Shape;736;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7" name="Google Shape;737;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8" name="Google Shape;738;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9" name="Google Shape;739;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0" name="Google Shape;740;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nvGrpSpPr>
          <p:cNvPr id="741" name="Google Shape;741;p47"/>
          <p:cNvGrpSpPr/>
          <p:nvPr/>
        </p:nvGrpSpPr>
        <p:grpSpPr>
          <a:xfrm>
            <a:off x="4796062" y="2071655"/>
            <a:ext cx="3173568" cy="707850"/>
            <a:chOff x="5969791" y="-64701"/>
            <a:chExt cx="3173568" cy="5286409"/>
          </a:xfrm>
        </p:grpSpPr>
        <p:grpSp>
          <p:nvGrpSpPr>
            <p:cNvPr id="742" name="Google Shape;742;p47"/>
            <p:cNvGrpSpPr/>
            <p:nvPr/>
          </p:nvGrpSpPr>
          <p:grpSpPr>
            <a:xfrm>
              <a:off x="5969791" y="-64701"/>
              <a:ext cx="1530243" cy="5286409"/>
              <a:chOff x="7613116" y="-71478"/>
              <a:chExt cx="1530243" cy="5286409"/>
            </a:xfrm>
          </p:grpSpPr>
          <p:grpSp>
            <p:nvGrpSpPr>
              <p:cNvPr id="743" name="Google Shape;743;p47"/>
              <p:cNvGrpSpPr/>
              <p:nvPr/>
            </p:nvGrpSpPr>
            <p:grpSpPr>
              <a:xfrm rot="5400000">
                <a:off x="5324018" y="2217750"/>
                <a:ext cx="5286279" cy="708083"/>
                <a:chOff x="720150" y="295800"/>
                <a:chExt cx="7703700" cy="655875"/>
              </a:xfrm>
            </p:grpSpPr>
            <p:cxnSp>
              <p:nvCxnSpPr>
                <p:cNvPr id="744" name="Google Shape;744;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5" name="Google Shape;745;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6" name="Google Shape;746;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7" name="Google Shape;747;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8" name="Google Shape;748;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9" name="Google Shape;749;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0" name="Google Shape;750;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nvGrpSpPr>
              <p:cNvPr id="751" name="Google Shape;751;p47"/>
              <p:cNvGrpSpPr/>
              <p:nvPr/>
            </p:nvGrpSpPr>
            <p:grpSpPr>
              <a:xfrm rot="5400000">
                <a:off x="6146178" y="2217620"/>
                <a:ext cx="5286279" cy="708083"/>
                <a:chOff x="720150" y="295800"/>
                <a:chExt cx="7703700" cy="655875"/>
              </a:xfrm>
            </p:grpSpPr>
            <p:cxnSp>
              <p:nvCxnSpPr>
                <p:cNvPr id="752" name="Google Shape;752;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3" name="Google Shape;753;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4" name="Google Shape;754;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5" name="Google Shape;755;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6" name="Google Shape;756;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7" name="Google Shape;757;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8" name="Google Shape;758;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grpSp>
          <p:nvGrpSpPr>
            <p:cNvPr id="759" name="Google Shape;759;p47"/>
            <p:cNvGrpSpPr/>
            <p:nvPr/>
          </p:nvGrpSpPr>
          <p:grpSpPr>
            <a:xfrm>
              <a:off x="7613116" y="-64701"/>
              <a:ext cx="1530243" cy="5286409"/>
              <a:chOff x="7613116" y="-71478"/>
              <a:chExt cx="1530243" cy="5286409"/>
            </a:xfrm>
          </p:grpSpPr>
          <p:grpSp>
            <p:nvGrpSpPr>
              <p:cNvPr id="760" name="Google Shape;760;p47"/>
              <p:cNvGrpSpPr/>
              <p:nvPr/>
            </p:nvGrpSpPr>
            <p:grpSpPr>
              <a:xfrm rot="5400000">
                <a:off x="5324018" y="2217750"/>
                <a:ext cx="5286279" cy="708083"/>
                <a:chOff x="720150" y="295800"/>
                <a:chExt cx="7703700" cy="655875"/>
              </a:xfrm>
            </p:grpSpPr>
            <p:cxnSp>
              <p:nvCxnSpPr>
                <p:cNvPr id="761" name="Google Shape;761;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2" name="Google Shape;762;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3" name="Google Shape;763;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4" name="Google Shape;764;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5" name="Google Shape;765;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6" name="Google Shape;766;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7" name="Google Shape;767;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nvGrpSpPr>
              <p:cNvPr id="768" name="Google Shape;768;p47"/>
              <p:cNvGrpSpPr/>
              <p:nvPr/>
            </p:nvGrpSpPr>
            <p:grpSpPr>
              <a:xfrm rot="5400000">
                <a:off x="6146178" y="2217620"/>
                <a:ext cx="5286279" cy="708083"/>
                <a:chOff x="720150" y="295800"/>
                <a:chExt cx="7703700" cy="655875"/>
              </a:xfrm>
            </p:grpSpPr>
            <p:cxnSp>
              <p:nvCxnSpPr>
                <p:cNvPr id="769" name="Google Shape;769;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0" name="Google Shape;770;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1" name="Google Shape;771;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2" name="Google Shape;772;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3" name="Google Shape;773;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4" name="Google Shape;774;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5" name="Google Shape;775;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grpSp>
        <p:nvGrpSpPr>
          <p:cNvPr id="780" name="Google Shape;780;p48"/>
          <p:cNvGrpSpPr/>
          <p:nvPr/>
        </p:nvGrpSpPr>
        <p:grpSpPr>
          <a:xfrm rot="5400000">
            <a:off x="1955183" y="3607473"/>
            <a:ext cx="615152" cy="1993044"/>
            <a:chOff x="6482900" y="1354425"/>
            <a:chExt cx="235600" cy="1342750"/>
          </a:xfrm>
        </p:grpSpPr>
        <p:sp>
          <p:nvSpPr>
            <p:cNvPr id="781" name="Google Shape;781;p48"/>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48"/>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48"/>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48"/>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4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4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4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4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4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4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 name="Google Shape;791;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792" name="Google Shape;792;p48"/>
          <p:cNvSpPr txBox="1">
            <a:spLocks noGrp="1"/>
          </p:cNvSpPr>
          <p:nvPr>
            <p:ph type="body" idx="1"/>
          </p:nvPr>
        </p:nvSpPr>
        <p:spPr>
          <a:xfrm>
            <a:off x="720000" y="1215750"/>
            <a:ext cx="3852000" cy="117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in this template? Get them on these websites:</a:t>
            </a:r>
            <a:endParaRPr/>
          </a:p>
          <a:p>
            <a:pPr marL="0" lvl="0" indent="0" algn="l" rtl="0">
              <a:spcBef>
                <a:spcPts val="1000"/>
              </a:spcBef>
              <a:spcAft>
                <a:spcPts val="0"/>
              </a:spcAft>
              <a:buNone/>
            </a:pPr>
            <a:r>
              <a:rPr lang="en" b="1"/>
              <a:t>Vectors</a:t>
            </a:r>
            <a:endParaRPr b="1"/>
          </a:p>
          <a:p>
            <a:pPr marL="457200" lvl="0" indent="-304800" algn="l" rtl="0">
              <a:lnSpc>
                <a:spcPct val="125000"/>
              </a:lnSpc>
              <a:spcBef>
                <a:spcPts val="800"/>
              </a:spcBef>
              <a:spcAft>
                <a:spcPts val="0"/>
              </a:spcAft>
              <a:buSzPts val="1200"/>
              <a:buFont typeface="Figtree"/>
              <a:buChar char="●"/>
            </a:pPr>
            <a:r>
              <a:rPr lang="en" u="sng">
                <a:hlinkClick r:id="rId3"/>
              </a:rPr>
              <a:t>Healthy food landing page</a:t>
            </a:r>
            <a:endParaRPr/>
          </a:p>
        </p:txBody>
      </p:sp>
      <p:sp>
        <p:nvSpPr>
          <p:cNvPr id="793" name="Google Shape;793;p48"/>
          <p:cNvSpPr txBox="1">
            <a:spLocks noGrp="1"/>
          </p:cNvSpPr>
          <p:nvPr>
            <p:ph type="body" idx="2"/>
          </p:nvPr>
        </p:nvSpPr>
        <p:spPr>
          <a:xfrm>
            <a:off x="4578775" y="1215750"/>
            <a:ext cx="3852000" cy="209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t>Photos</a:t>
            </a:r>
            <a:endParaRPr b="1"/>
          </a:p>
          <a:p>
            <a:pPr marL="457200" lvl="0" indent="-304800" algn="l" rtl="0">
              <a:lnSpc>
                <a:spcPct val="100000"/>
              </a:lnSpc>
              <a:spcBef>
                <a:spcPts val="800"/>
              </a:spcBef>
              <a:spcAft>
                <a:spcPts val="0"/>
              </a:spcAft>
              <a:buSzPts val="1200"/>
              <a:buFont typeface="Figtree"/>
              <a:buChar char="●"/>
            </a:pPr>
            <a:r>
              <a:rPr lang="en" u="sng">
                <a:hlinkClick r:id="rId4"/>
              </a:rPr>
              <a:t>Close up on young colleagues having a meeting</a:t>
            </a:r>
            <a:endParaRPr/>
          </a:p>
          <a:p>
            <a:pPr marL="457200" lvl="0" indent="-304800" algn="l" rtl="0">
              <a:lnSpc>
                <a:spcPct val="100000"/>
              </a:lnSpc>
              <a:spcBef>
                <a:spcPts val="0"/>
              </a:spcBef>
              <a:spcAft>
                <a:spcPts val="0"/>
              </a:spcAft>
              <a:buSzPts val="1200"/>
              <a:buFont typeface="Figtree"/>
              <a:buChar char="●"/>
            </a:pPr>
            <a:r>
              <a:rPr lang="en" u="sng">
                <a:hlinkClick r:id="rId5"/>
              </a:rPr>
              <a:t>Beautiful women working together in a startup company</a:t>
            </a:r>
            <a:endParaRPr/>
          </a:p>
          <a:p>
            <a:pPr marL="457200" lvl="0" indent="-304800" algn="l" rtl="0">
              <a:lnSpc>
                <a:spcPct val="100000"/>
              </a:lnSpc>
              <a:spcBef>
                <a:spcPts val="0"/>
              </a:spcBef>
              <a:spcAft>
                <a:spcPts val="0"/>
              </a:spcAft>
              <a:buSzPts val="1200"/>
              <a:buFont typeface="Figtree"/>
              <a:buChar char="●"/>
            </a:pPr>
            <a:r>
              <a:rPr lang="en" u="sng">
                <a:hlinkClick r:id="rId6"/>
              </a:rPr>
              <a:t>Person drinking beverage while in break time</a:t>
            </a:r>
            <a:endParaRPr/>
          </a:p>
          <a:p>
            <a:pPr marL="457200" lvl="0" indent="-304800" algn="l" rtl="0">
              <a:lnSpc>
                <a:spcPct val="100000"/>
              </a:lnSpc>
              <a:spcBef>
                <a:spcPts val="0"/>
              </a:spcBef>
              <a:spcAft>
                <a:spcPts val="0"/>
              </a:spcAft>
              <a:buSzPts val="1200"/>
              <a:buFont typeface="Figtree"/>
              <a:buChar char="●"/>
            </a:pPr>
            <a:r>
              <a:rPr lang="en" u="sng">
                <a:hlinkClick r:id="rId7"/>
              </a:rPr>
              <a:t>Front view people working in office</a:t>
            </a:r>
            <a:endParaRPr/>
          </a:p>
          <a:p>
            <a:pPr marL="457200" lvl="0" indent="-304800" algn="l" rtl="0">
              <a:lnSpc>
                <a:spcPct val="100000"/>
              </a:lnSpc>
              <a:spcBef>
                <a:spcPts val="0"/>
              </a:spcBef>
              <a:spcAft>
                <a:spcPts val="0"/>
              </a:spcAft>
              <a:buSzPts val="1200"/>
              <a:buFont typeface="Figtree"/>
              <a:buChar char="●"/>
            </a:pPr>
            <a:r>
              <a:rPr lang="en" u="sng">
                <a:hlinkClick r:id="rId8"/>
              </a:rPr>
              <a:t>Front view of business people talking</a:t>
            </a:r>
            <a:endParaRPr/>
          </a:p>
          <a:p>
            <a:pPr marL="457200" lvl="0" indent="-304800" algn="l" rtl="0">
              <a:lnSpc>
                <a:spcPct val="100000"/>
              </a:lnSpc>
              <a:spcBef>
                <a:spcPts val="0"/>
              </a:spcBef>
              <a:spcAft>
                <a:spcPts val="0"/>
              </a:spcAft>
              <a:buSzPts val="1200"/>
              <a:buFont typeface="Figtree"/>
              <a:buChar char="●"/>
            </a:pPr>
            <a:r>
              <a:rPr lang="en" u="sng">
                <a:hlinkClick r:id="rId9"/>
              </a:rPr>
              <a:t>Researchers looking for alternative energy sources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97"/>
        <p:cNvGrpSpPr/>
        <p:nvPr/>
      </p:nvGrpSpPr>
      <p:grpSpPr>
        <a:xfrm>
          <a:off x="0" y="0"/>
          <a:ext cx="0" cy="0"/>
          <a:chOff x="0" y="0"/>
          <a:chExt cx="0" cy="0"/>
        </a:xfrm>
      </p:grpSpPr>
      <p:sp>
        <p:nvSpPr>
          <p:cNvPr id="798" name="Google Shape;798;p49"/>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799" name="Google Shape;799;p49"/>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rgbClr val="0E2A47"/>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rgbClr val="FFFFFF"/>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3"/>
        <p:cNvGrpSpPr/>
        <p:nvPr/>
      </p:nvGrpSpPr>
      <p:grpSpPr>
        <a:xfrm>
          <a:off x="0" y="0"/>
          <a:ext cx="0" cy="0"/>
          <a:chOff x="0" y="0"/>
          <a:chExt cx="0" cy="0"/>
        </a:xfrm>
      </p:grpSpPr>
      <p:sp>
        <p:nvSpPr>
          <p:cNvPr id="804" name="Google Shape;804;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805" name="Google Shape;805;p50"/>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9"/>
        <p:cNvGrpSpPr/>
        <p:nvPr/>
      </p:nvGrpSpPr>
      <p:grpSpPr>
        <a:xfrm>
          <a:off x="0" y="0"/>
          <a:ext cx="0" cy="0"/>
          <a:chOff x="0" y="0"/>
          <a:chExt cx="0" cy="0"/>
        </a:xfrm>
      </p:grpSpPr>
      <p:sp>
        <p:nvSpPr>
          <p:cNvPr id="810" name="Google Shape;810;p51"/>
          <p:cNvSpPr txBox="1"/>
          <p:nvPr/>
        </p:nvSpPr>
        <p:spPr>
          <a:xfrm>
            <a:off x="716700" y="1188000"/>
            <a:ext cx="7710600" cy="142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Geologica</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https://fonts.google.com/specimen/Geologica</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a:solidFill>
                  <a:schemeClr val="lt1"/>
                </a:solidFill>
              </a:rPr>
              <a:t>Figtree</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https://fonts.google.com/specimen/Figtree</a:t>
            </a:r>
            <a:r>
              <a:rPr lang="en" sz="1100">
                <a:solidFill>
                  <a:schemeClr val="lt1"/>
                </a:solidFill>
              </a:rPr>
              <a:t>)</a:t>
            </a:r>
            <a:endParaRPr sz="1100">
              <a:solidFill>
                <a:schemeClr val="lt1"/>
              </a:solidFill>
            </a:endParaRPr>
          </a:p>
        </p:txBody>
      </p:sp>
      <p:sp>
        <p:nvSpPr>
          <p:cNvPr id="811" name="Google Shape;811;p51"/>
          <p:cNvSpPr/>
          <p:nvPr/>
        </p:nvSpPr>
        <p:spPr>
          <a:xfrm>
            <a:off x="2052650" y="2947800"/>
            <a:ext cx="791400" cy="754200"/>
          </a:xfrm>
          <a:prstGeom prst="roundRect">
            <a:avLst>
              <a:gd name="adj" fmla="val 16667"/>
            </a:avLst>
          </a:prstGeom>
          <a:solidFill>
            <a:srgbClr val="36502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51"/>
          <p:cNvSpPr/>
          <p:nvPr/>
        </p:nvSpPr>
        <p:spPr>
          <a:xfrm>
            <a:off x="3114470" y="2947800"/>
            <a:ext cx="791400" cy="754200"/>
          </a:xfrm>
          <a:prstGeom prst="roundRect">
            <a:avLst>
              <a:gd name="adj" fmla="val 16667"/>
            </a:avLst>
          </a:prstGeom>
          <a:solidFill>
            <a:srgbClr val="F9FDF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51"/>
          <p:cNvSpPr/>
          <p:nvPr/>
        </p:nvSpPr>
        <p:spPr>
          <a:xfrm>
            <a:off x="4176289" y="2947800"/>
            <a:ext cx="791400" cy="754200"/>
          </a:xfrm>
          <a:prstGeom prst="roundRect">
            <a:avLst>
              <a:gd name="adj" fmla="val 16667"/>
            </a:avLst>
          </a:prstGeom>
          <a:solidFill>
            <a:srgbClr val="E0F0D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51"/>
          <p:cNvSpPr txBox="1"/>
          <p:nvPr/>
        </p:nvSpPr>
        <p:spPr>
          <a:xfrm>
            <a:off x="2052650"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#36502a</a:t>
            </a:r>
            <a:endParaRPr sz="1000">
              <a:solidFill>
                <a:srgbClr val="FFFFFF"/>
              </a:solidFill>
            </a:endParaRPr>
          </a:p>
        </p:txBody>
      </p:sp>
      <p:sp>
        <p:nvSpPr>
          <p:cNvPr id="815" name="Google Shape;815;p51"/>
          <p:cNvSpPr txBox="1"/>
          <p:nvPr/>
        </p:nvSpPr>
        <p:spPr>
          <a:xfrm>
            <a:off x="3114475"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#f9fdf8</a:t>
            </a:r>
            <a:endParaRPr sz="1000">
              <a:solidFill>
                <a:schemeClr val="dk1"/>
              </a:solidFill>
            </a:endParaRPr>
          </a:p>
        </p:txBody>
      </p:sp>
      <p:sp>
        <p:nvSpPr>
          <p:cNvPr id="816" name="Google Shape;816;p51"/>
          <p:cNvSpPr txBox="1"/>
          <p:nvPr/>
        </p:nvSpPr>
        <p:spPr>
          <a:xfrm>
            <a:off x="4176300"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#e0f0da</a:t>
            </a:r>
            <a:endParaRPr sz="1000">
              <a:solidFill>
                <a:schemeClr val="dk1"/>
              </a:solidFill>
            </a:endParaRPr>
          </a:p>
        </p:txBody>
      </p:sp>
      <p:sp>
        <p:nvSpPr>
          <p:cNvPr id="817" name="Google Shape;817;p51"/>
          <p:cNvSpPr/>
          <p:nvPr/>
        </p:nvSpPr>
        <p:spPr>
          <a:xfrm>
            <a:off x="5238125" y="2947800"/>
            <a:ext cx="791400" cy="754200"/>
          </a:xfrm>
          <a:prstGeom prst="roundRect">
            <a:avLst>
              <a:gd name="adj" fmla="val 16667"/>
            </a:avLst>
          </a:prstGeom>
          <a:solidFill>
            <a:srgbClr val="B6D7A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51"/>
          <p:cNvSpPr txBox="1"/>
          <p:nvPr/>
        </p:nvSpPr>
        <p:spPr>
          <a:xfrm>
            <a:off x="5238125"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#b6d7a8</a:t>
            </a:r>
            <a:endParaRPr sz="1000">
              <a:solidFill>
                <a:schemeClr val="dk1"/>
              </a:solidFill>
            </a:endParaRPr>
          </a:p>
        </p:txBody>
      </p:sp>
      <p:sp>
        <p:nvSpPr>
          <p:cNvPr id="819" name="Google Shape;819;p51"/>
          <p:cNvSpPr/>
          <p:nvPr/>
        </p:nvSpPr>
        <p:spPr>
          <a:xfrm>
            <a:off x="6299950" y="2947800"/>
            <a:ext cx="791400" cy="754200"/>
          </a:xfrm>
          <a:prstGeom prst="roundRect">
            <a:avLst>
              <a:gd name="adj" fmla="val 16667"/>
            </a:avLst>
          </a:prstGeom>
          <a:solidFill>
            <a:srgbClr val="38761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51"/>
          <p:cNvSpPr txBox="1"/>
          <p:nvPr/>
        </p:nvSpPr>
        <p:spPr>
          <a:xfrm>
            <a:off x="6299950"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#38761d</a:t>
            </a:r>
            <a:endParaRPr sz="1000">
              <a:solidFill>
                <a:srgbClr val="FFFFFF"/>
              </a:solidFill>
            </a:endParaRPr>
          </a:p>
        </p:txBody>
      </p:sp>
      <p:sp>
        <p:nvSpPr>
          <p:cNvPr id="821" name="Google Shape;821;p51"/>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25"/>
        <p:cNvGrpSpPr/>
        <p:nvPr/>
      </p:nvGrpSpPr>
      <p:grpSpPr>
        <a:xfrm>
          <a:off x="0" y="0"/>
          <a:ext cx="0" cy="0"/>
          <a:chOff x="0" y="0"/>
          <a:chExt cx="0" cy="0"/>
        </a:xfrm>
      </p:grpSpPr>
      <p:sp>
        <p:nvSpPr>
          <p:cNvPr id="826" name="Google Shape;826;p52"/>
          <p:cNvSpPr txBox="1"/>
          <p:nvPr/>
        </p:nvSpPr>
        <p:spPr>
          <a:xfrm>
            <a:off x="1572600" y="1188000"/>
            <a:ext cx="59988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827" name="Google Shape;827;p52"/>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828" name="Google Shape;828;p52"/>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829" name="Google Shape;829;p52">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830" name="Google Shape;830;p52">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831" name="Google Shape;831;p52">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832" name="Google Shape;832;p52">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833" name="Google Shape;833;p52"/>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834" name="Google Shape;834;p52"/>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835" name="Google Shape;835;p52"/>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836" name="Google Shape;836;p52"/>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837" name="Google Shape;837;p52">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1"/>
        <p:cNvGrpSpPr/>
        <p:nvPr/>
      </p:nvGrpSpPr>
      <p:grpSpPr>
        <a:xfrm>
          <a:off x="0" y="0"/>
          <a:ext cx="0" cy="0"/>
          <a:chOff x="0" y="0"/>
          <a:chExt cx="0" cy="0"/>
        </a:xfrm>
      </p:grpSpPr>
      <p:sp>
        <p:nvSpPr>
          <p:cNvPr id="842" name="Google Shape;842;p53"/>
          <p:cNvSpPr txBox="1"/>
          <p:nvPr/>
        </p:nvSpPr>
        <p:spPr>
          <a:xfrm>
            <a:off x="716775" y="1188000"/>
            <a:ext cx="7710600" cy="77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grpSp>
        <p:nvGrpSpPr>
          <p:cNvPr id="843" name="Google Shape;843;p53"/>
          <p:cNvGrpSpPr/>
          <p:nvPr/>
        </p:nvGrpSpPr>
        <p:grpSpPr>
          <a:xfrm>
            <a:off x="5117640" y="3085736"/>
            <a:ext cx="474294" cy="551291"/>
            <a:chOff x="4727025" y="1332775"/>
            <a:chExt cx="59900" cy="69625"/>
          </a:xfrm>
        </p:grpSpPr>
        <p:sp>
          <p:nvSpPr>
            <p:cNvPr id="844" name="Google Shape;844;p53"/>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53"/>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 name="Google Shape;846;p53"/>
          <p:cNvGrpSpPr/>
          <p:nvPr/>
        </p:nvGrpSpPr>
        <p:grpSpPr>
          <a:xfrm>
            <a:off x="5731296" y="2314340"/>
            <a:ext cx="555653" cy="557031"/>
            <a:chOff x="4820425" y="1329900"/>
            <a:chExt cx="70175" cy="70350"/>
          </a:xfrm>
        </p:grpSpPr>
        <p:sp>
          <p:nvSpPr>
            <p:cNvPr id="847" name="Google Shape;847;p53"/>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53"/>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53"/>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53"/>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53"/>
          <p:cNvGrpSpPr/>
          <p:nvPr/>
        </p:nvGrpSpPr>
        <p:grpSpPr>
          <a:xfrm>
            <a:off x="6357664" y="2318845"/>
            <a:ext cx="582574" cy="533871"/>
            <a:chOff x="4903200" y="1331525"/>
            <a:chExt cx="73575" cy="67425"/>
          </a:xfrm>
        </p:grpSpPr>
        <p:sp>
          <p:nvSpPr>
            <p:cNvPr id="852" name="Google Shape;852;p53"/>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53"/>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 name="Google Shape;854;p53"/>
          <p:cNvGrpSpPr/>
          <p:nvPr/>
        </p:nvGrpSpPr>
        <p:grpSpPr>
          <a:xfrm>
            <a:off x="5717142" y="3078709"/>
            <a:ext cx="583960" cy="565345"/>
            <a:chOff x="4815575" y="1416800"/>
            <a:chExt cx="73750" cy="71400"/>
          </a:xfrm>
        </p:grpSpPr>
        <p:sp>
          <p:nvSpPr>
            <p:cNvPr id="855" name="Google Shape;855;p53"/>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3"/>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53"/>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53"/>
          <p:cNvGrpSpPr/>
          <p:nvPr/>
        </p:nvGrpSpPr>
        <p:grpSpPr>
          <a:xfrm>
            <a:off x="6351924" y="3108896"/>
            <a:ext cx="589898" cy="504970"/>
            <a:chOff x="4902475" y="1418875"/>
            <a:chExt cx="74500" cy="63775"/>
          </a:xfrm>
        </p:grpSpPr>
        <p:sp>
          <p:nvSpPr>
            <p:cNvPr id="859" name="Google Shape;859;p53"/>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53"/>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 name="Google Shape;861;p53"/>
          <p:cNvGrpSpPr/>
          <p:nvPr/>
        </p:nvGrpSpPr>
        <p:grpSpPr>
          <a:xfrm>
            <a:off x="5727139" y="3826000"/>
            <a:ext cx="563967" cy="567127"/>
            <a:chOff x="4818100" y="1507675"/>
            <a:chExt cx="71225" cy="71625"/>
          </a:xfrm>
        </p:grpSpPr>
        <p:sp>
          <p:nvSpPr>
            <p:cNvPr id="862" name="Google Shape;862;p53"/>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53"/>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3"/>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3"/>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 name="Google Shape;866;p53"/>
          <p:cNvGrpSpPr/>
          <p:nvPr/>
        </p:nvGrpSpPr>
        <p:grpSpPr>
          <a:xfrm>
            <a:off x="5040636" y="3829461"/>
            <a:ext cx="628301" cy="588505"/>
            <a:chOff x="4721450" y="1509475"/>
            <a:chExt cx="79350" cy="74325"/>
          </a:xfrm>
        </p:grpSpPr>
        <p:sp>
          <p:nvSpPr>
            <p:cNvPr id="867" name="Google Shape;867;p53"/>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3"/>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3"/>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3"/>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 name="Google Shape;871;p53"/>
          <p:cNvGrpSpPr/>
          <p:nvPr/>
        </p:nvGrpSpPr>
        <p:grpSpPr>
          <a:xfrm>
            <a:off x="6386170" y="3814027"/>
            <a:ext cx="557038" cy="562772"/>
            <a:chOff x="4906800" y="1507500"/>
            <a:chExt cx="70350" cy="71075"/>
          </a:xfrm>
        </p:grpSpPr>
        <p:sp>
          <p:nvSpPr>
            <p:cNvPr id="872" name="Google Shape;872;p53"/>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53"/>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3"/>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53"/>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53"/>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 name="Google Shape;877;p53"/>
          <p:cNvGrpSpPr/>
          <p:nvPr/>
        </p:nvGrpSpPr>
        <p:grpSpPr>
          <a:xfrm>
            <a:off x="4423778" y="2340963"/>
            <a:ext cx="517934" cy="517934"/>
            <a:chOff x="3736598" y="2170606"/>
            <a:chExt cx="404889" cy="404889"/>
          </a:xfrm>
        </p:grpSpPr>
        <p:sp>
          <p:nvSpPr>
            <p:cNvPr id="878" name="Google Shape;878;p53"/>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53"/>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3"/>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3"/>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 name="Google Shape;882;p53"/>
          <p:cNvGrpSpPr/>
          <p:nvPr/>
        </p:nvGrpSpPr>
        <p:grpSpPr>
          <a:xfrm>
            <a:off x="3690839" y="2341061"/>
            <a:ext cx="586986" cy="517740"/>
            <a:chOff x="3161917" y="2170682"/>
            <a:chExt cx="458870" cy="404737"/>
          </a:xfrm>
        </p:grpSpPr>
        <p:sp>
          <p:nvSpPr>
            <p:cNvPr id="883" name="Google Shape;883;p53"/>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3"/>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3"/>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 name="Google Shape;886;p53"/>
          <p:cNvGrpSpPr/>
          <p:nvPr/>
        </p:nvGrpSpPr>
        <p:grpSpPr>
          <a:xfrm>
            <a:off x="3713860" y="3102400"/>
            <a:ext cx="540943" cy="517963"/>
            <a:chOff x="3179914" y="2889488"/>
            <a:chExt cx="422876" cy="404911"/>
          </a:xfrm>
        </p:grpSpPr>
        <p:sp>
          <p:nvSpPr>
            <p:cNvPr id="887" name="Google Shape;887;p53"/>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3"/>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53"/>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53"/>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53"/>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53"/>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 name="Google Shape;893;p53"/>
          <p:cNvGrpSpPr/>
          <p:nvPr/>
        </p:nvGrpSpPr>
        <p:grpSpPr>
          <a:xfrm>
            <a:off x="4414654" y="3102358"/>
            <a:ext cx="536180" cy="518047"/>
            <a:chOff x="3729467" y="2889422"/>
            <a:chExt cx="419153" cy="404977"/>
          </a:xfrm>
        </p:grpSpPr>
        <p:sp>
          <p:nvSpPr>
            <p:cNvPr id="894" name="Google Shape;894;p53"/>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53"/>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53"/>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53"/>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53"/>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53"/>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53"/>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 name="Google Shape;901;p53"/>
          <p:cNvGrpSpPr/>
          <p:nvPr/>
        </p:nvGrpSpPr>
        <p:grpSpPr>
          <a:xfrm>
            <a:off x="1951688" y="3445787"/>
            <a:ext cx="965351" cy="134611"/>
            <a:chOff x="4411970" y="2962952"/>
            <a:chExt cx="706544" cy="104212"/>
          </a:xfrm>
        </p:grpSpPr>
        <p:sp>
          <p:nvSpPr>
            <p:cNvPr id="902" name="Google Shape;902;p53"/>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53"/>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53"/>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53"/>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 name="Google Shape;906;p53"/>
          <p:cNvGrpSpPr/>
          <p:nvPr/>
        </p:nvGrpSpPr>
        <p:grpSpPr>
          <a:xfrm>
            <a:off x="1951688" y="3041077"/>
            <a:ext cx="960158" cy="289172"/>
            <a:chOff x="4411970" y="2726085"/>
            <a:chExt cx="643107" cy="193659"/>
          </a:xfrm>
        </p:grpSpPr>
        <p:sp>
          <p:nvSpPr>
            <p:cNvPr id="907" name="Google Shape;907;p53"/>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53"/>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53"/>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 name="Google Shape;910;p53"/>
          <p:cNvGrpSpPr/>
          <p:nvPr/>
        </p:nvGrpSpPr>
        <p:grpSpPr>
          <a:xfrm>
            <a:off x="960185" y="3295400"/>
            <a:ext cx="811503" cy="252584"/>
            <a:chOff x="4411970" y="4340222"/>
            <a:chExt cx="779467" cy="242683"/>
          </a:xfrm>
        </p:grpSpPr>
        <p:sp>
          <p:nvSpPr>
            <p:cNvPr id="911" name="Google Shape;911;p53"/>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53"/>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53"/>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 name="Google Shape;914;p53"/>
          <p:cNvGrpSpPr/>
          <p:nvPr/>
        </p:nvGrpSpPr>
        <p:grpSpPr>
          <a:xfrm>
            <a:off x="1951688" y="2709308"/>
            <a:ext cx="965160" cy="216230"/>
            <a:chOff x="4411970" y="2468674"/>
            <a:chExt cx="747317" cy="167425"/>
          </a:xfrm>
        </p:grpSpPr>
        <p:sp>
          <p:nvSpPr>
            <p:cNvPr id="915" name="Google Shape;915;p53"/>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53"/>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7" name="Google Shape;917;p53"/>
          <p:cNvSpPr/>
          <p:nvPr/>
        </p:nvSpPr>
        <p:spPr>
          <a:xfrm>
            <a:off x="958435"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8" name="Google Shape;918;p53"/>
          <p:cNvGrpSpPr/>
          <p:nvPr/>
        </p:nvGrpSpPr>
        <p:grpSpPr>
          <a:xfrm>
            <a:off x="959254" y="2334687"/>
            <a:ext cx="1959041" cy="208784"/>
            <a:chOff x="6336019" y="3733725"/>
            <a:chExt cx="2566206" cy="351310"/>
          </a:xfrm>
        </p:grpSpPr>
        <p:sp>
          <p:nvSpPr>
            <p:cNvPr id="919" name="Google Shape;919;p53"/>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53"/>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53"/>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53"/>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 name="Google Shape;923;p53"/>
          <p:cNvGrpSpPr/>
          <p:nvPr/>
        </p:nvGrpSpPr>
        <p:grpSpPr>
          <a:xfrm>
            <a:off x="1951688" y="3950602"/>
            <a:ext cx="946551" cy="153200"/>
            <a:chOff x="4404545" y="3301592"/>
            <a:chExt cx="782403" cy="129272"/>
          </a:xfrm>
        </p:grpSpPr>
        <p:sp>
          <p:nvSpPr>
            <p:cNvPr id="924" name="Google Shape;924;p53"/>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53"/>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53"/>
          <p:cNvGrpSpPr/>
          <p:nvPr/>
        </p:nvGrpSpPr>
        <p:grpSpPr>
          <a:xfrm>
            <a:off x="1951688" y="3695937"/>
            <a:ext cx="962257" cy="139127"/>
            <a:chOff x="4411970" y="3131459"/>
            <a:chExt cx="710520" cy="117397"/>
          </a:xfrm>
        </p:grpSpPr>
        <p:sp>
          <p:nvSpPr>
            <p:cNvPr id="927" name="Google Shape;927;p53"/>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53"/>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 name="Google Shape;929;p53" descr="Timeline background shape"/>
          <p:cNvSpPr/>
          <p:nvPr/>
        </p:nvSpPr>
        <p:spPr>
          <a:xfrm>
            <a:off x="1951688"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0" name="Google Shape;930;p53"/>
          <p:cNvGrpSpPr/>
          <p:nvPr/>
        </p:nvGrpSpPr>
        <p:grpSpPr>
          <a:xfrm>
            <a:off x="951833" y="3621603"/>
            <a:ext cx="823838" cy="458988"/>
            <a:chOff x="4411970" y="1801825"/>
            <a:chExt cx="734586" cy="409262"/>
          </a:xfrm>
        </p:grpSpPr>
        <p:sp>
          <p:nvSpPr>
            <p:cNvPr id="931" name="Google Shape;931;p53"/>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53"/>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 name="Google Shape;933;p53"/>
          <p:cNvGrpSpPr/>
          <p:nvPr/>
        </p:nvGrpSpPr>
        <p:grpSpPr>
          <a:xfrm>
            <a:off x="3056804" y="2339173"/>
            <a:ext cx="521514" cy="521514"/>
            <a:chOff x="5681300" y="2527788"/>
            <a:chExt cx="805800" cy="805800"/>
          </a:xfrm>
        </p:grpSpPr>
        <p:sp>
          <p:nvSpPr>
            <p:cNvPr id="934" name="Google Shape;934;p53"/>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53"/>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53"/>
          <p:cNvGrpSpPr/>
          <p:nvPr/>
        </p:nvGrpSpPr>
        <p:grpSpPr>
          <a:xfrm>
            <a:off x="3051044" y="3094865"/>
            <a:ext cx="533033" cy="533033"/>
            <a:chOff x="4049800" y="640400"/>
            <a:chExt cx="858900" cy="858900"/>
          </a:xfrm>
        </p:grpSpPr>
        <p:sp>
          <p:nvSpPr>
            <p:cNvPr id="937" name="Google Shape;937;p53"/>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53"/>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 name="Google Shape;939;p53"/>
          <p:cNvGrpSpPr/>
          <p:nvPr/>
        </p:nvGrpSpPr>
        <p:grpSpPr>
          <a:xfrm>
            <a:off x="2976527" y="3772543"/>
            <a:ext cx="682068" cy="682068"/>
            <a:chOff x="5080188" y="927900"/>
            <a:chExt cx="961200" cy="961200"/>
          </a:xfrm>
        </p:grpSpPr>
        <p:sp>
          <p:nvSpPr>
            <p:cNvPr id="940" name="Google Shape;940;p53"/>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53"/>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53"/>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53"/>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53"/>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53"/>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53"/>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53"/>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 name="Google Shape;948;p53"/>
          <p:cNvGrpSpPr/>
          <p:nvPr/>
        </p:nvGrpSpPr>
        <p:grpSpPr>
          <a:xfrm>
            <a:off x="4440026" y="3869234"/>
            <a:ext cx="505650" cy="504006"/>
            <a:chOff x="6039282" y="1042577"/>
            <a:chExt cx="734315" cy="731929"/>
          </a:xfrm>
        </p:grpSpPr>
        <p:sp>
          <p:nvSpPr>
            <p:cNvPr id="949" name="Google Shape;949;p53"/>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53"/>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53"/>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53"/>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53"/>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53"/>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53"/>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53"/>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53"/>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53"/>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53"/>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53"/>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53"/>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53"/>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53"/>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53"/>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53"/>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53"/>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53"/>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53"/>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53"/>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53"/>
          <p:cNvGrpSpPr/>
          <p:nvPr/>
        </p:nvGrpSpPr>
        <p:grpSpPr>
          <a:xfrm>
            <a:off x="5052628" y="2298862"/>
            <a:ext cx="567744" cy="602136"/>
            <a:chOff x="1825800" y="1651625"/>
            <a:chExt cx="539989" cy="571775"/>
          </a:xfrm>
        </p:grpSpPr>
        <p:sp>
          <p:nvSpPr>
            <p:cNvPr id="971" name="Google Shape;971;p53"/>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53"/>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53"/>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53"/>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 name="Google Shape;975;p53"/>
          <p:cNvGrpSpPr/>
          <p:nvPr/>
        </p:nvGrpSpPr>
        <p:grpSpPr>
          <a:xfrm>
            <a:off x="3727557" y="3855579"/>
            <a:ext cx="508123" cy="507955"/>
            <a:chOff x="1897577" y="2802432"/>
            <a:chExt cx="492176" cy="492014"/>
          </a:xfrm>
        </p:grpSpPr>
        <p:sp>
          <p:nvSpPr>
            <p:cNvPr id="976" name="Google Shape;976;p53"/>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53"/>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53"/>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53"/>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53"/>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53"/>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53"/>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53"/>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53"/>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53"/>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53"/>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53"/>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 name="Google Shape;988;p53"/>
          <p:cNvGrpSpPr/>
          <p:nvPr/>
        </p:nvGrpSpPr>
        <p:grpSpPr>
          <a:xfrm>
            <a:off x="959087" y="4169123"/>
            <a:ext cx="809227" cy="200842"/>
            <a:chOff x="2013045" y="4813233"/>
            <a:chExt cx="921986" cy="228854"/>
          </a:xfrm>
        </p:grpSpPr>
        <p:sp>
          <p:nvSpPr>
            <p:cNvPr id="989" name="Google Shape;989;p53"/>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53"/>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 name="Google Shape;991;p53"/>
          <p:cNvGrpSpPr/>
          <p:nvPr/>
        </p:nvGrpSpPr>
        <p:grpSpPr>
          <a:xfrm>
            <a:off x="967547" y="2656004"/>
            <a:ext cx="792421" cy="269941"/>
            <a:chOff x="1046767" y="4756633"/>
            <a:chExt cx="859646" cy="292841"/>
          </a:xfrm>
        </p:grpSpPr>
        <p:sp>
          <p:nvSpPr>
            <p:cNvPr id="992" name="Google Shape;992;p53"/>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53"/>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53"/>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5" name="Google Shape;995;p53"/>
          <p:cNvSpPr/>
          <p:nvPr/>
        </p:nvSpPr>
        <p:spPr>
          <a:xfrm>
            <a:off x="7401300"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53"/>
          <p:cNvSpPr/>
          <p:nvPr/>
        </p:nvSpPr>
        <p:spPr>
          <a:xfrm>
            <a:off x="7100754"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53"/>
          <p:cNvSpPr/>
          <p:nvPr/>
        </p:nvSpPr>
        <p:spPr>
          <a:xfrm>
            <a:off x="7723043"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53"/>
          <p:cNvSpPr/>
          <p:nvPr/>
        </p:nvSpPr>
        <p:spPr>
          <a:xfrm>
            <a:off x="8017748"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9" name="Google Shape;999;p53"/>
          <p:cNvGrpSpPr/>
          <p:nvPr/>
        </p:nvGrpSpPr>
        <p:grpSpPr>
          <a:xfrm>
            <a:off x="7103403" y="2550562"/>
            <a:ext cx="166473" cy="141497"/>
            <a:chOff x="4660325" y="1866850"/>
            <a:chExt cx="68350" cy="58100"/>
          </a:xfrm>
        </p:grpSpPr>
        <p:sp>
          <p:nvSpPr>
            <p:cNvPr id="1000" name="Google Shape;1000;p53"/>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53"/>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 name="Google Shape;1002;p53"/>
          <p:cNvGrpSpPr/>
          <p:nvPr/>
        </p:nvGrpSpPr>
        <p:grpSpPr>
          <a:xfrm>
            <a:off x="7412747" y="2576286"/>
            <a:ext cx="162515" cy="90049"/>
            <a:chOff x="4791775" y="1877500"/>
            <a:chExt cx="66725" cy="36975"/>
          </a:xfrm>
        </p:grpSpPr>
        <p:sp>
          <p:nvSpPr>
            <p:cNvPr id="1003" name="Google Shape;1003;p53"/>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53"/>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 name="Google Shape;1005;p53"/>
          <p:cNvGrpSpPr/>
          <p:nvPr/>
        </p:nvGrpSpPr>
        <p:grpSpPr>
          <a:xfrm>
            <a:off x="7734460" y="2576286"/>
            <a:ext cx="144979" cy="90049"/>
            <a:chOff x="4923925" y="1877500"/>
            <a:chExt cx="59525" cy="36975"/>
          </a:xfrm>
        </p:grpSpPr>
        <p:sp>
          <p:nvSpPr>
            <p:cNvPr id="1006" name="Google Shape;1006;p53"/>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53"/>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53"/>
          <p:cNvGrpSpPr/>
          <p:nvPr/>
        </p:nvGrpSpPr>
        <p:grpSpPr>
          <a:xfrm>
            <a:off x="8028952" y="2558477"/>
            <a:ext cx="141447" cy="125667"/>
            <a:chOff x="5058450" y="1870100"/>
            <a:chExt cx="58075" cy="51600"/>
          </a:xfrm>
        </p:grpSpPr>
        <p:sp>
          <p:nvSpPr>
            <p:cNvPr id="1009" name="Google Shape;1009;p53"/>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53"/>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53"/>
          <p:cNvGrpSpPr/>
          <p:nvPr/>
        </p:nvGrpSpPr>
        <p:grpSpPr>
          <a:xfrm>
            <a:off x="7443466" y="2980885"/>
            <a:ext cx="101077" cy="107645"/>
            <a:chOff x="4811425" y="2065025"/>
            <a:chExt cx="41500" cy="44200"/>
          </a:xfrm>
        </p:grpSpPr>
        <p:sp>
          <p:nvSpPr>
            <p:cNvPr id="1012" name="Google Shape;1012;p53"/>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53"/>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 name="Google Shape;1014;p53"/>
          <p:cNvGrpSpPr/>
          <p:nvPr/>
        </p:nvGrpSpPr>
        <p:grpSpPr>
          <a:xfrm>
            <a:off x="7735904" y="2981098"/>
            <a:ext cx="120867" cy="107218"/>
            <a:chOff x="4929875" y="2065025"/>
            <a:chExt cx="49625" cy="44025"/>
          </a:xfrm>
        </p:grpSpPr>
        <p:sp>
          <p:nvSpPr>
            <p:cNvPr id="1015" name="Google Shape;1015;p53"/>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53"/>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 name="Google Shape;1017;p53"/>
          <p:cNvGrpSpPr/>
          <p:nvPr/>
        </p:nvGrpSpPr>
        <p:grpSpPr>
          <a:xfrm>
            <a:off x="8064572" y="2984112"/>
            <a:ext cx="70206" cy="101191"/>
            <a:chOff x="5083925" y="2066350"/>
            <a:chExt cx="28825" cy="41550"/>
          </a:xfrm>
        </p:grpSpPr>
        <p:sp>
          <p:nvSpPr>
            <p:cNvPr id="1018" name="Google Shape;1018;p53"/>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53"/>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53"/>
          <p:cNvGrpSpPr/>
          <p:nvPr/>
        </p:nvGrpSpPr>
        <p:grpSpPr>
          <a:xfrm>
            <a:off x="7096126" y="2999759"/>
            <a:ext cx="181026" cy="69896"/>
            <a:chOff x="4659775" y="2072775"/>
            <a:chExt cx="74325" cy="28700"/>
          </a:xfrm>
        </p:grpSpPr>
        <p:sp>
          <p:nvSpPr>
            <p:cNvPr id="1021" name="Google Shape;1021;p53"/>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53"/>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53"/>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 name="Google Shape;1024;p53"/>
          <p:cNvGrpSpPr/>
          <p:nvPr/>
        </p:nvGrpSpPr>
        <p:grpSpPr>
          <a:xfrm>
            <a:off x="8015982" y="2790324"/>
            <a:ext cx="167387" cy="89197"/>
            <a:chOff x="4662475" y="1976500"/>
            <a:chExt cx="68725" cy="36625"/>
          </a:xfrm>
        </p:grpSpPr>
        <p:sp>
          <p:nvSpPr>
            <p:cNvPr id="1025" name="Google Shape;1025;p53"/>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53"/>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53"/>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 name="Google Shape;1028;p53"/>
          <p:cNvGrpSpPr/>
          <p:nvPr/>
        </p:nvGrpSpPr>
        <p:grpSpPr>
          <a:xfrm>
            <a:off x="7712887" y="2793764"/>
            <a:ext cx="166899" cy="82317"/>
            <a:chOff x="4920150" y="1977875"/>
            <a:chExt cx="68525" cy="33800"/>
          </a:xfrm>
        </p:grpSpPr>
        <p:sp>
          <p:nvSpPr>
            <p:cNvPr id="1029" name="Google Shape;1029;p53"/>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53"/>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53"/>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 name="Google Shape;1032;p53"/>
          <p:cNvGrpSpPr/>
          <p:nvPr/>
        </p:nvGrpSpPr>
        <p:grpSpPr>
          <a:xfrm>
            <a:off x="7124044" y="3197682"/>
            <a:ext cx="125190" cy="127859"/>
            <a:chOff x="4676550" y="2160575"/>
            <a:chExt cx="51400" cy="52500"/>
          </a:xfrm>
        </p:grpSpPr>
        <p:sp>
          <p:nvSpPr>
            <p:cNvPr id="1033" name="Google Shape;1033;p53"/>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53"/>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53"/>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53"/>
          <p:cNvGrpSpPr/>
          <p:nvPr/>
        </p:nvGrpSpPr>
        <p:grpSpPr>
          <a:xfrm>
            <a:off x="7421302" y="3204714"/>
            <a:ext cx="145405" cy="113794"/>
            <a:chOff x="4768325" y="2163475"/>
            <a:chExt cx="59700" cy="46725"/>
          </a:xfrm>
        </p:grpSpPr>
        <p:sp>
          <p:nvSpPr>
            <p:cNvPr id="1037" name="Google Shape;1037;p53"/>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53"/>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9" name="Google Shape;1039;p53"/>
          <p:cNvSpPr/>
          <p:nvPr/>
        </p:nvSpPr>
        <p:spPr>
          <a:xfrm>
            <a:off x="7753257"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53"/>
          <p:cNvSpPr/>
          <p:nvPr/>
        </p:nvSpPr>
        <p:spPr>
          <a:xfrm>
            <a:off x="8025633"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53"/>
          <p:cNvSpPr/>
          <p:nvPr/>
        </p:nvSpPr>
        <p:spPr>
          <a:xfrm>
            <a:off x="7127089"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53"/>
          <p:cNvSpPr/>
          <p:nvPr/>
        </p:nvSpPr>
        <p:spPr>
          <a:xfrm>
            <a:off x="7095061"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53"/>
          <p:cNvSpPr/>
          <p:nvPr/>
        </p:nvSpPr>
        <p:spPr>
          <a:xfrm>
            <a:off x="7112384"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53"/>
          <p:cNvSpPr/>
          <p:nvPr/>
        </p:nvSpPr>
        <p:spPr>
          <a:xfrm>
            <a:off x="7746133"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53"/>
          <p:cNvGrpSpPr/>
          <p:nvPr/>
        </p:nvGrpSpPr>
        <p:grpSpPr>
          <a:xfrm>
            <a:off x="7437621" y="3459808"/>
            <a:ext cx="112768" cy="106853"/>
            <a:chOff x="4768575" y="2253950"/>
            <a:chExt cx="46300" cy="43875"/>
          </a:xfrm>
        </p:grpSpPr>
        <p:sp>
          <p:nvSpPr>
            <p:cNvPr id="1046" name="Google Shape;1046;p53"/>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53"/>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 name="Google Shape;1048;p53"/>
          <p:cNvGrpSpPr/>
          <p:nvPr/>
        </p:nvGrpSpPr>
        <p:grpSpPr>
          <a:xfrm>
            <a:off x="7737243" y="3948834"/>
            <a:ext cx="118187" cy="146246"/>
            <a:chOff x="4960900" y="2433225"/>
            <a:chExt cx="48525" cy="60050"/>
          </a:xfrm>
        </p:grpSpPr>
        <p:sp>
          <p:nvSpPr>
            <p:cNvPr id="1049" name="Google Shape;1049;p53"/>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53"/>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 name="Google Shape;1051;p53"/>
          <p:cNvGrpSpPr/>
          <p:nvPr/>
        </p:nvGrpSpPr>
        <p:grpSpPr>
          <a:xfrm>
            <a:off x="7425808" y="4212895"/>
            <a:ext cx="136394" cy="143810"/>
            <a:chOff x="4854075" y="2527625"/>
            <a:chExt cx="56000" cy="59050"/>
          </a:xfrm>
        </p:grpSpPr>
        <p:sp>
          <p:nvSpPr>
            <p:cNvPr id="1052" name="Google Shape;1052;p53"/>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53"/>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4" name="Google Shape;1054;p53"/>
          <p:cNvSpPr/>
          <p:nvPr/>
        </p:nvSpPr>
        <p:spPr>
          <a:xfrm>
            <a:off x="7441061"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53"/>
          <p:cNvSpPr/>
          <p:nvPr/>
        </p:nvSpPr>
        <p:spPr>
          <a:xfrm>
            <a:off x="8019727"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53"/>
          <p:cNvSpPr/>
          <p:nvPr/>
        </p:nvSpPr>
        <p:spPr>
          <a:xfrm>
            <a:off x="7118991"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7" name="Google Shape;1057;p53"/>
          <p:cNvGrpSpPr/>
          <p:nvPr/>
        </p:nvGrpSpPr>
        <p:grpSpPr>
          <a:xfrm>
            <a:off x="8050020" y="3676639"/>
            <a:ext cx="99312" cy="160797"/>
            <a:chOff x="5059700" y="2334775"/>
            <a:chExt cx="40775" cy="66025"/>
          </a:xfrm>
        </p:grpSpPr>
        <p:sp>
          <p:nvSpPr>
            <p:cNvPr id="1058" name="Google Shape;1058;p53"/>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53"/>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53"/>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53"/>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53"/>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53"/>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53"/>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53"/>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53"/>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 name="Google Shape;1067;p53"/>
          <p:cNvGrpSpPr/>
          <p:nvPr/>
        </p:nvGrpSpPr>
        <p:grpSpPr>
          <a:xfrm>
            <a:off x="8007184" y="3941771"/>
            <a:ext cx="184984" cy="160371"/>
            <a:chOff x="5037700" y="2430325"/>
            <a:chExt cx="75950" cy="65850"/>
          </a:xfrm>
        </p:grpSpPr>
        <p:sp>
          <p:nvSpPr>
            <p:cNvPr id="1068" name="Google Shape;1068;p53"/>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53"/>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 name="Google Shape;1070;p53"/>
          <p:cNvGrpSpPr/>
          <p:nvPr/>
        </p:nvGrpSpPr>
        <p:grpSpPr>
          <a:xfrm>
            <a:off x="7426689" y="3708223"/>
            <a:ext cx="173014" cy="97629"/>
            <a:chOff x="4756975" y="2341800"/>
            <a:chExt cx="91975" cy="51925"/>
          </a:xfrm>
        </p:grpSpPr>
        <p:sp>
          <p:nvSpPr>
            <p:cNvPr id="1071" name="Google Shape;1071;p53"/>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53"/>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53"/>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53"/>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53"/>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53"/>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53"/>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53"/>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53"/>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53"/>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53"/>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53"/>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53"/>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53"/>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53"/>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53"/>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53"/>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53"/>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53"/>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53"/>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 name="Google Shape;1091;p53"/>
          <p:cNvGrpSpPr/>
          <p:nvPr/>
        </p:nvGrpSpPr>
        <p:grpSpPr>
          <a:xfrm>
            <a:off x="7693626" y="4196920"/>
            <a:ext cx="212497" cy="175761"/>
            <a:chOff x="4943575" y="2516350"/>
            <a:chExt cx="98675" cy="81700"/>
          </a:xfrm>
        </p:grpSpPr>
        <p:sp>
          <p:nvSpPr>
            <p:cNvPr id="1092" name="Google Shape;1092;p53"/>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53"/>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53"/>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53"/>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53"/>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53"/>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53"/>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53"/>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53"/>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53"/>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53"/>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53"/>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53"/>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53"/>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53"/>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53"/>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53"/>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53"/>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53"/>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53"/>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53"/>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53"/>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53"/>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53"/>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53"/>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53"/>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53"/>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53"/>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53"/>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53"/>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53"/>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53"/>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53"/>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53"/>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53"/>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53"/>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53"/>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53"/>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53"/>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53"/>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53"/>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53"/>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53"/>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53"/>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53"/>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53"/>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53"/>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53"/>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53"/>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53"/>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53"/>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53"/>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53"/>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53"/>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53"/>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53"/>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53"/>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53"/>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53"/>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53"/>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53"/>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53"/>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53"/>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53"/>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53"/>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53"/>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53"/>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53"/>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53"/>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53"/>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53"/>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53"/>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53"/>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53"/>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53"/>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53"/>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53"/>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53"/>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0" name="Google Shape;1170;p53"/>
          <p:cNvSpPr/>
          <p:nvPr/>
        </p:nvSpPr>
        <p:spPr>
          <a:xfrm>
            <a:off x="7709169"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53"/>
          <p:cNvSpPr/>
          <p:nvPr/>
        </p:nvSpPr>
        <p:spPr>
          <a:xfrm>
            <a:off x="8025426"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53"/>
          <p:cNvSpPr/>
          <p:nvPr/>
        </p:nvSpPr>
        <p:spPr>
          <a:xfrm>
            <a:off x="7127539"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53"/>
          <p:cNvSpPr/>
          <p:nvPr/>
        </p:nvSpPr>
        <p:spPr>
          <a:xfrm flipH="1">
            <a:off x="7434905"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53"/>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8"/>
        <p:cNvGrpSpPr/>
        <p:nvPr/>
      </p:nvGrpSpPr>
      <p:grpSpPr>
        <a:xfrm>
          <a:off x="0" y="0"/>
          <a:ext cx="0" cy="0"/>
          <a:chOff x="0" y="0"/>
          <a:chExt cx="0" cy="0"/>
        </a:xfrm>
      </p:grpSpPr>
      <p:grpSp>
        <p:nvGrpSpPr>
          <p:cNvPr id="1179" name="Google Shape;1179;p54"/>
          <p:cNvGrpSpPr/>
          <p:nvPr/>
        </p:nvGrpSpPr>
        <p:grpSpPr>
          <a:xfrm>
            <a:off x="6681268" y="3584496"/>
            <a:ext cx="560636" cy="516497"/>
            <a:chOff x="6652051" y="3714143"/>
            <a:chExt cx="560636" cy="516497"/>
          </a:xfrm>
        </p:grpSpPr>
        <p:grpSp>
          <p:nvGrpSpPr>
            <p:cNvPr id="1180" name="Google Shape;1180;p54"/>
            <p:cNvGrpSpPr/>
            <p:nvPr/>
          </p:nvGrpSpPr>
          <p:grpSpPr>
            <a:xfrm>
              <a:off x="6669657" y="3716715"/>
              <a:ext cx="466768" cy="464314"/>
              <a:chOff x="3139766" y="765669"/>
              <a:chExt cx="886380" cy="881888"/>
            </a:xfrm>
          </p:grpSpPr>
          <p:grpSp>
            <p:nvGrpSpPr>
              <p:cNvPr id="1181" name="Google Shape;1181;p54"/>
              <p:cNvGrpSpPr/>
              <p:nvPr/>
            </p:nvGrpSpPr>
            <p:grpSpPr>
              <a:xfrm>
                <a:off x="3139766" y="765669"/>
                <a:ext cx="886380" cy="881888"/>
                <a:chOff x="3139766" y="765669"/>
                <a:chExt cx="886380" cy="881888"/>
              </a:xfrm>
            </p:grpSpPr>
            <p:sp>
              <p:nvSpPr>
                <p:cNvPr id="1182" name="Google Shape;1182;p54"/>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54"/>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54"/>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54"/>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54"/>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54"/>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54"/>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54"/>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54"/>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1" name="Google Shape;1191;p54"/>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54"/>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54"/>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54"/>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5" name="Google Shape;1195;p54"/>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 name="Google Shape;1196;p54"/>
          <p:cNvGrpSpPr/>
          <p:nvPr/>
        </p:nvGrpSpPr>
        <p:grpSpPr>
          <a:xfrm>
            <a:off x="7679978" y="3065079"/>
            <a:ext cx="104231" cy="320340"/>
            <a:chOff x="7564426" y="3224343"/>
            <a:chExt cx="119985" cy="368801"/>
          </a:xfrm>
        </p:grpSpPr>
        <p:sp>
          <p:nvSpPr>
            <p:cNvPr id="1197" name="Google Shape;1197;p54"/>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54"/>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 name="Google Shape;1199;p54"/>
          <p:cNvGrpSpPr/>
          <p:nvPr/>
        </p:nvGrpSpPr>
        <p:grpSpPr>
          <a:xfrm>
            <a:off x="7379466" y="3059180"/>
            <a:ext cx="189489" cy="332132"/>
            <a:chOff x="8370831" y="3202002"/>
            <a:chExt cx="218129" cy="382376"/>
          </a:xfrm>
        </p:grpSpPr>
        <p:sp>
          <p:nvSpPr>
            <p:cNvPr id="1200" name="Google Shape;1200;p54"/>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54"/>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 name="Google Shape;1202;p54"/>
          <p:cNvGrpSpPr/>
          <p:nvPr/>
        </p:nvGrpSpPr>
        <p:grpSpPr>
          <a:xfrm>
            <a:off x="8102855" y="3470312"/>
            <a:ext cx="309429" cy="267000"/>
            <a:chOff x="6742064" y="3750480"/>
            <a:chExt cx="399315" cy="344560"/>
          </a:xfrm>
        </p:grpSpPr>
        <p:sp>
          <p:nvSpPr>
            <p:cNvPr id="1203" name="Google Shape;1203;p54"/>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54"/>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 name="Google Shape;1205;p54"/>
          <p:cNvGrpSpPr/>
          <p:nvPr/>
        </p:nvGrpSpPr>
        <p:grpSpPr>
          <a:xfrm>
            <a:off x="7641874" y="3821360"/>
            <a:ext cx="180437" cy="281608"/>
            <a:chOff x="7248525" y="3739696"/>
            <a:chExt cx="230531" cy="359790"/>
          </a:xfrm>
        </p:grpSpPr>
        <p:sp>
          <p:nvSpPr>
            <p:cNvPr id="1206" name="Google Shape;1206;p54"/>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54"/>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54"/>
          <p:cNvGrpSpPr/>
          <p:nvPr/>
        </p:nvGrpSpPr>
        <p:grpSpPr>
          <a:xfrm>
            <a:off x="7887794" y="3464584"/>
            <a:ext cx="162896" cy="278710"/>
            <a:chOff x="7601242" y="3729267"/>
            <a:chExt cx="222566" cy="380803"/>
          </a:xfrm>
        </p:grpSpPr>
        <p:sp>
          <p:nvSpPr>
            <p:cNvPr id="1209" name="Google Shape;1209;p54"/>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54"/>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1" name="Google Shape;1211;p54"/>
          <p:cNvSpPr/>
          <p:nvPr/>
        </p:nvSpPr>
        <p:spPr>
          <a:xfrm>
            <a:off x="7853820" y="307694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2" name="Google Shape;1212;p54"/>
          <p:cNvGrpSpPr/>
          <p:nvPr/>
        </p:nvGrpSpPr>
        <p:grpSpPr>
          <a:xfrm>
            <a:off x="7377439" y="3465724"/>
            <a:ext cx="193543" cy="275990"/>
            <a:chOff x="8304647" y="3738687"/>
            <a:chExt cx="225076" cy="320956"/>
          </a:xfrm>
        </p:grpSpPr>
        <p:sp>
          <p:nvSpPr>
            <p:cNvPr id="1213" name="Google Shape;1213;p54"/>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54"/>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54"/>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 name="Google Shape;1216;p54"/>
          <p:cNvGrpSpPr/>
          <p:nvPr/>
        </p:nvGrpSpPr>
        <p:grpSpPr>
          <a:xfrm>
            <a:off x="7649932" y="3465724"/>
            <a:ext cx="178492" cy="275990"/>
            <a:chOff x="8615101" y="3738687"/>
            <a:chExt cx="207573" cy="320956"/>
          </a:xfrm>
        </p:grpSpPr>
        <p:sp>
          <p:nvSpPr>
            <p:cNvPr id="1217" name="Google Shape;1217;p54"/>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54"/>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54"/>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0" name="Google Shape;1220;p54"/>
          <p:cNvSpPr/>
          <p:nvPr/>
        </p:nvSpPr>
        <p:spPr>
          <a:xfrm>
            <a:off x="8146371" y="3055607"/>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1" name="Google Shape;1221;p54"/>
          <p:cNvGrpSpPr/>
          <p:nvPr/>
        </p:nvGrpSpPr>
        <p:grpSpPr>
          <a:xfrm>
            <a:off x="7875463" y="3868385"/>
            <a:ext cx="187557" cy="187557"/>
            <a:chOff x="8565775" y="671075"/>
            <a:chExt cx="441000" cy="441000"/>
          </a:xfrm>
        </p:grpSpPr>
        <p:sp>
          <p:nvSpPr>
            <p:cNvPr id="1222" name="Google Shape;1222;p54"/>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54"/>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4" name="Google Shape;1224;p54"/>
          <p:cNvSpPr/>
          <p:nvPr/>
        </p:nvSpPr>
        <p:spPr>
          <a:xfrm>
            <a:off x="8160729" y="3864305"/>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54"/>
          <p:cNvSpPr/>
          <p:nvPr/>
        </p:nvSpPr>
        <p:spPr>
          <a:xfrm flipH="1">
            <a:off x="7384916" y="3830761"/>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 name="Google Shape;1226;p54"/>
          <p:cNvGrpSpPr/>
          <p:nvPr/>
        </p:nvGrpSpPr>
        <p:grpSpPr>
          <a:xfrm>
            <a:off x="6029935" y="2940910"/>
            <a:ext cx="587865" cy="517731"/>
            <a:chOff x="6000718" y="3070557"/>
            <a:chExt cx="587865" cy="517731"/>
          </a:xfrm>
        </p:grpSpPr>
        <p:sp>
          <p:nvSpPr>
            <p:cNvPr id="1227" name="Google Shape;1227;p54"/>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54"/>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54"/>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54"/>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54"/>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54"/>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54"/>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54"/>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54"/>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54"/>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 name="Google Shape;1237;p54"/>
          <p:cNvGrpSpPr/>
          <p:nvPr/>
        </p:nvGrpSpPr>
        <p:grpSpPr>
          <a:xfrm>
            <a:off x="6044740" y="3584570"/>
            <a:ext cx="557665" cy="516387"/>
            <a:chOff x="6015523" y="3714217"/>
            <a:chExt cx="557665" cy="516387"/>
          </a:xfrm>
        </p:grpSpPr>
        <p:grpSp>
          <p:nvGrpSpPr>
            <p:cNvPr id="1238" name="Google Shape;1238;p54"/>
            <p:cNvGrpSpPr/>
            <p:nvPr/>
          </p:nvGrpSpPr>
          <p:grpSpPr>
            <a:xfrm>
              <a:off x="6036094" y="3716980"/>
              <a:ext cx="529822" cy="510480"/>
              <a:chOff x="3148311" y="-545634"/>
              <a:chExt cx="1006118" cy="969572"/>
            </a:xfrm>
          </p:grpSpPr>
          <p:sp>
            <p:nvSpPr>
              <p:cNvPr id="1239" name="Google Shape;1239;p54"/>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54"/>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54"/>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54"/>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54"/>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54"/>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54"/>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54"/>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54"/>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54"/>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9" name="Google Shape;1249;p54"/>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 name="Google Shape;1250;p54"/>
          <p:cNvGrpSpPr/>
          <p:nvPr/>
        </p:nvGrpSpPr>
        <p:grpSpPr>
          <a:xfrm>
            <a:off x="6673522" y="2943981"/>
            <a:ext cx="576302" cy="511871"/>
            <a:chOff x="6644304" y="3073628"/>
            <a:chExt cx="576302" cy="511871"/>
          </a:xfrm>
        </p:grpSpPr>
        <p:grpSp>
          <p:nvGrpSpPr>
            <p:cNvPr id="1251" name="Google Shape;1251;p54"/>
            <p:cNvGrpSpPr/>
            <p:nvPr/>
          </p:nvGrpSpPr>
          <p:grpSpPr>
            <a:xfrm>
              <a:off x="6712169" y="3073651"/>
              <a:ext cx="481611" cy="506713"/>
              <a:chOff x="1833536" y="-546641"/>
              <a:chExt cx="914567" cy="962419"/>
            </a:xfrm>
          </p:grpSpPr>
          <p:grpSp>
            <p:nvGrpSpPr>
              <p:cNvPr id="1252" name="Google Shape;1252;p54"/>
              <p:cNvGrpSpPr/>
              <p:nvPr/>
            </p:nvGrpSpPr>
            <p:grpSpPr>
              <a:xfrm>
                <a:off x="1833536" y="-524249"/>
                <a:ext cx="914567" cy="940027"/>
                <a:chOff x="1833536" y="-524249"/>
                <a:chExt cx="914567" cy="940027"/>
              </a:xfrm>
            </p:grpSpPr>
            <p:sp>
              <p:nvSpPr>
                <p:cNvPr id="1253" name="Google Shape;1253;p54"/>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54"/>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54"/>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54"/>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54"/>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8" name="Google Shape;1258;p54"/>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54"/>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54"/>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54"/>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2" name="Google Shape;1262;p54"/>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 name="Google Shape;1263;p54"/>
          <p:cNvGrpSpPr/>
          <p:nvPr/>
        </p:nvGrpSpPr>
        <p:grpSpPr>
          <a:xfrm>
            <a:off x="752796" y="2869970"/>
            <a:ext cx="2622876" cy="1333540"/>
            <a:chOff x="238125" y="1038125"/>
            <a:chExt cx="7146800" cy="3633625"/>
          </a:xfrm>
        </p:grpSpPr>
        <p:sp>
          <p:nvSpPr>
            <p:cNvPr id="1264" name="Google Shape;1264;p54"/>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54"/>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54"/>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54"/>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54"/>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54"/>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54"/>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54"/>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54"/>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54"/>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54"/>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54"/>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54"/>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54"/>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54"/>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54"/>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54"/>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54"/>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54"/>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54"/>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54"/>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54"/>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54"/>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54"/>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54"/>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54"/>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54"/>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54"/>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54"/>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54"/>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54"/>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54"/>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54"/>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54"/>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54"/>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54"/>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54"/>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54"/>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54"/>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54"/>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54"/>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54"/>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54"/>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54"/>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54"/>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54"/>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54"/>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54"/>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54"/>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54"/>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54"/>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54"/>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54"/>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54"/>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54"/>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54"/>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54"/>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54"/>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54"/>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54"/>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54"/>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54"/>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54"/>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54"/>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54"/>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54"/>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54"/>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54"/>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54"/>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54"/>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54"/>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54"/>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54"/>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54"/>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54"/>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54"/>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54"/>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54"/>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54"/>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54"/>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54"/>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54"/>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54"/>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54"/>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54"/>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54"/>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54"/>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54"/>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54"/>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54"/>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54"/>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54"/>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54"/>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54"/>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54"/>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54"/>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54"/>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54"/>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54"/>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54"/>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54"/>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54"/>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54"/>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54"/>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54"/>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54"/>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54"/>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54"/>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54"/>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54"/>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54"/>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54"/>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54"/>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54"/>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54"/>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54"/>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54"/>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54"/>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54"/>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54"/>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54"/>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54"/>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54"/>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54"/>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54"/>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54"/>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54"/>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54"/>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54"/>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54"/>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54"/>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54"/>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54"/>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54"/>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54"/>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54"/>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54"/>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54"/>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54"/>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54"/>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54"/>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54"/>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54"/>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54"/>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54"/>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54"/>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54"/>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54"/>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54"/>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54"/>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54"/>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54"/>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54"/>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54"/>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54"/>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54"/>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54"/>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54"/>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54"/>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54"/>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54"/>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54"/>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54"/>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54"/>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54"/>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54"/>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54"/>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54"/>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54"/>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54"/>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54"/>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54"/>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54"/>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54"/>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54"/>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54"/>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54"/>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54"/>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54"/>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54"/>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54"/>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54"/>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54"/>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54"/>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54"/>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54"/>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54"/>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54"/>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54"/>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54"/>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54"/>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54"/>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54"/>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54"/>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54"/>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54"/>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54"/>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54"/>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54"/>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54"/>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54"/>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54"/>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54"/>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54"/>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54"/>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54"/>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54"/>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54"/>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54"/>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54"/>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54"/>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54"/>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54"/>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54"/>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54"/>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54"/>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54"/>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54"/>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54"/>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54"/>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54"/>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54"/>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54"/>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54"/>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54"/>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54"/>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54"/>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54"/>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54"/>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54"/>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54"/>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54"/>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54"/>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4"/>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4"/>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4"/>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4"/>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4"/>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4"/>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4"/>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4"/>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54"/>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54"/>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54"/>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54"/>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54"/>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54"/>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54"/>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54"/>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54"/>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54"/>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54"/>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54"/>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54"/>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54"/>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54"/>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54"/>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54"/>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54"/>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54"/>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54"/>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54"/>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54"/>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54"/>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54"/>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54"/>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54"/>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54"/>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54"/>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54"/>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54"/>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54"/>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54"/>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54"/>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54"/>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54"/>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54"/>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54"/>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54"/>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54"/>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54"/>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54"/>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54"/>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54"/>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54"/>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54"/>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54"/>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54"/>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54"/>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54"/>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54"/>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54"/>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54"/>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54"/>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54"/>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54"/>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54"/>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54"/>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54"/>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54"/>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54"/>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54"/>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54"/>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54"/>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54"/>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54"/>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54"/>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54"/>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54"/>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4"/>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54"/>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54"/>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4"/>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4"/>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4"/>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54"/>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54"/>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54"/>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54"/>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54"/>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54"/>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4"/>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4"/>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4"/>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4"/>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4"/>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4"/>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4"/>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4"/>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4"/>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4"/>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4"/>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4"/>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4"/>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4"/>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4"/>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4"/>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4"/>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4"/>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4"/>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4"/>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4"/>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4"/>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4"/>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54"/>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54"/>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4"/>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4"/>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4"/>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4"/>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54"/>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54"/>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54"/>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54"/>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54"/>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54"/>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54"/>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54"/>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54"/>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54"/>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54"/>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54"/>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54"/>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54"/>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54"/>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54"/>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54"/>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54"/>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54"/>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54"/>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54"/>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54"/>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54"/>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54"/>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54"/>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54"/>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54"/>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54"/>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54"/>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54"/>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54"/>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4"/>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4"/>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4"/>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54"/>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54"/>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4"/>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4"/>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4"/>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4"/>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4"/>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4"/>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4"/>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4"/>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4"/>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4"/>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4"/>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54"/>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54"/>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54"/>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54"/>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4"/>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4"/>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4"/>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4"/>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4"/>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4"/>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4"/>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4"/>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4"/>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54"/>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4"/>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4"/>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54"/>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54"/>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54"/>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54"/>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54"/>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54"/>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54"/>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54"/>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54"/>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54"/>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54"/>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54"/>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54"/>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54"/>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54"/>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54"/>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54"/>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54"/>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54"/>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54"/>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4"/>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4"/>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4"/>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4"/>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54"/>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54"/>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54"/>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54"/>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54"/>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4"/>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4"/>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54"/>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4"/>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4"/>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4"/>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4"/>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4"/>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4"/>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4"/>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4"/>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54"/>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4"/>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4"/>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4"/>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4"/>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4"/>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4"/>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4"/>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4"/>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4"/>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4"/>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4"/>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4"/>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54"/>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54"/>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4"/>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4"/>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4"/>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4"/>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4"/>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4"/>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4"/>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4"/>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4"/>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54"/>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54"/>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4"/>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4"/>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4"/>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4"/>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4"/>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4"/>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4"/>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4"/>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4"/>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4"/>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4"/>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4"/>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4"/>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4"/>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4"/>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4"/>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4"/>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4"/>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4"/>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4"/>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4"/>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4"/>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4"/>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54"/>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54"/>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54"/>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54"/>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54"/>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54"/>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54"/>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4"/>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4"/>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54"/>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54"/>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4"/>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4"/>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4"/>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4"/>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4"/>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4"/>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4"/>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4"/>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4"/>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4"/>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4"/>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4"/>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4"/>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4"/>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4"/>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4"/>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4"/>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4"/>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4"/>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4"/>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4"/>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4"/>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4"/>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4"/>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4"/>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4"/>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4"/>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4"/>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4"/>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4"/>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4"/>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4"/>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4"/>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4"/>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4"/>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4"/>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4"/>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4"/>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4"/>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54"/>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4"/>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4"/>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54"/>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54"/>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4"/>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4"/>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4"/>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4"/>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4"/>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54"/>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54"/>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4"/>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4"/>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4"/>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4"/>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4"/>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4"/>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54"/>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4"/>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4"/>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4"/>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4"/>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4"/>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54"/>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4"/>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4"/>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54"/>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4"/>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4"/>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4"/>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4"/>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4"/>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4"/>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54"/>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54"/>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4"/>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4"/>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4"/>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4"/>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4"/>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4"/>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4"/>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4"/>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54"/>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4"/>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4"/>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4"/>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4"/>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4"/>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4"/>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4"/>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4"/>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54"/>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54"/>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54"/>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54"/>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54"/>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4"/>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4"/>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4"/>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4"/>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4"/>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4"/>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4"/>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4"/>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54"/>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4"/>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4"/>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4"/>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4"/>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4"/>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4"/>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4"/>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4"/>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4"/>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4"/>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4"/>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4"/>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4"/>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4"/>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4"/>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4"/>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4"/>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4"/>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4"/>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4"/>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54"/>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54"/>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54"/>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4"/>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54"/>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54"/>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54"/>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54"/>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54"/>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54"/>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54"/>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54"/>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54"/>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54"/>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54"/>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54"/>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4"/>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4"/>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54"/>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54"/>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54"/>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54"/>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54"/>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54"/>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54"/>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54"/>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4"/>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4"/>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4"/>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54"/>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54"/>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54"/>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54"/>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54"/>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4"/>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54"/>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54"/>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4"/>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54"/>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54"/>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4"/>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54"/>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54"/>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4"/>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54"/>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54"/>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4"/>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54"/>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54"/>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4"/>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54"/>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54"/>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4"/>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4"/>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54"/>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54"/>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4"/>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54"/>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54"/>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54"/>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54"/>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54"/>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54"/>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54"/>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4"/>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4"/>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54"/>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54"/>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4"/>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54"/>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4"/>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4"/>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4"/>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4"/>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4"/>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54"/>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54"/>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54"/>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54"/>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54"/>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4"/>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54"/>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4"/>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4"/>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54"/>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4"/>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4"/>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54"/>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54"/>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4"/>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4"/>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4"/>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4"/>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4"/>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4"/>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4"/>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4"/>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54"/>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54"/>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4"/>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54"/>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54"/>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4"/>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54"/>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54"/>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4"/>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4"/>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4"/>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54"/>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4"/>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4"/>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4"/>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4"/>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4"/>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4"/>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4"/>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4"/>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4"/>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4"/>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4"/>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4"/>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4"/>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4"/>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4"/>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4"/>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4"/>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4"/>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4"/>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4"/>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4"/>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4"/>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4"/>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4"/>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4"/>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4"/>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4"/>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4"/>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4"/>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4"/>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4"/>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4"/>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4"/>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4"/>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4"/>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4"/>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4"/>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4"/>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4"/>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4"/>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4"/>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4"/>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4"/>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4"/>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4"/>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4"/>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4"/>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54"/>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54"/>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4"/>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4"/>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4"/>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4"/>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4"/>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4"/>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4"/>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4"/>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4"/>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4"/>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4"/>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4"/>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4"/>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4"/>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4"/>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4"/>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4"/>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4"/>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4"/>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4"/>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4"/>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4"/>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4"/>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4"/>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4"/>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4"/>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4"/>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4"/>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4"/>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4"/>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4"/>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4"/>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4"/>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4"/>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4"/>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4"/>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4"/>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4"/>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4"/>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4"/>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4"/>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4"/>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54"/>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4"/>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4"/>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4"/>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4"/>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54"/>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4"/>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4"/>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4"/>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4"/>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4"/>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4"/>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4"/>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4"/>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4"/>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4"/>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4"/>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4"/>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4"/>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4"/>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4"/>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4"/>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4"/>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4"/>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4"/>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4"/>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4"/>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54"/>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4"/>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4"/>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54"/>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4"/>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4"/>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4"/>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4"/>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54"/>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4"/>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4"/>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54"/>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54"/>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4"/>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54"/>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4"/>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54"/>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4"/>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4"/>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54"/>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4"/>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4"/>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4"/>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4"/>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4"/>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4"/>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4"/>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54"/>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4"/>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4"/>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4"/>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4"/>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4"/>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4"/>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4"/>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4"/>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4"/>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4"/>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4"/>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4"/>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4"/>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4"/>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4"/>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4"/>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4"/>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4"/>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4"/>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4"/>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4"/>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4"/>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4"/>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4"/>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4"/>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4"/>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4"/>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54"/>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54"/>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4"/>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4"/>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4"/>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4"/>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54"/>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4"/>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4"/>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4"/>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4"/>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54"/>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54"/>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4"/>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4"/>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4"/>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4"/>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4"/>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4"/>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4"/>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4"/>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4"/>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4"/>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4"/>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4"/>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4"/>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4"/>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4"/>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4"/>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4"/>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4"/>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4"/>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4"/>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4"/>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4"/>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4"/>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4"/>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4"/>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4"/>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4"/>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4"/>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4"/>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4"/>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4"/>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4"/>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4"/>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4"/>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4"/>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4"/>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4"/>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4"/>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4"/>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4"/>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4"/>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4"/>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4"/>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4"/>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4"/>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4"/>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4"/>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4"/>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4"/>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4"/>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4"/>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4"/>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4"/>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4"/>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4"/>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4"/>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4"/>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4"/>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4"/>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4"/>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4"/>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4"/>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4"/>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4"/>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4"/>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4"/>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4"/>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4"/>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4"/>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4"/>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4"/>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4"/>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4"/>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4"/>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4"/>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4"/>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4"/>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4"/>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4"/>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4"/>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4"/>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4"/>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4"/>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4"/>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4"/>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4"/>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4"/>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4"/>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4"/>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4"/>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4"/>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4"/>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4"/>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4"/>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4"/>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4"/>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4"/>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4"/>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4"/>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4"/>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4"/>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4"/>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4"/>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4"/>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4"/>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4"/>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4"/>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4"/>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4"/>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4"/>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4"/>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4"/>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4"/>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4"/>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4"/>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4"/>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4"/>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4"/>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4"/>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4"/>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4"/>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4"/>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4"/>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4"/>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4"/>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4"/>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4"/>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4"/>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4"/>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4"/>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4"/>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4"/>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4"/>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4"/>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4"/>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4"/>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4"/>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4"/>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4"/>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4"/>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4"/>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4"/>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4"/>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4"/>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4"/>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4"/>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4"/>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4"/>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4"/>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4"/>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4"/>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4"/>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4"/>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4"/>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4"/>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4"/>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4"/>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4"/>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4"/>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4"/>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4"/>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4"/>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4"/>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4"/>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4"/>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4"/>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4"/>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4"/>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4"/>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4"/>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4"/>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4"/>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4"/>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4"/>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4"/>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4"/>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4"/>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4"/>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4"/>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4"/>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4"/>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4"/>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4"/>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4"/>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4"/>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4"/>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4"/>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4"/>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4"/>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4"/>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4"/>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4"/>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4"/>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4"/>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4"/>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4"/>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4"/>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4"/>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4"/>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4"/>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4"/>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4"/>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4"/>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4"/>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4"/>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4"/>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4"/>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4"/>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4"/>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4"/>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4"/>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4"/>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4"/>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4"/>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4"/>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4"/>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4"/>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4"/>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4"/>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4"/>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4"/>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4"/>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4"/>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4"/>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4"/>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4"/>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4"/>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4"/>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4"/>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4"/>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4"/>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4"/>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4"/>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4"/>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4"/>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4"/>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4"/>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4"/>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4"/>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4"/>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4"/>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4"/>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4"/>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4"/>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4"/>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4"/>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4"/>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4"/>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4"/>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4"/>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4"/>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4"/>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4"/>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4"/>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4"/>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4"/>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4"/>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4"/>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4"/>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4"/>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4"/>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4"/>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4"/>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4"/>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4"/>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4"/>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4"/>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4"/>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4"/>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4"/>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4"/>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4"/>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4"/>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4"/>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4"/>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4"/>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4"/>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4"/>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4"/>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4"/>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4"/>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4"/>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4"/>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4"/>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4"/>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4"/>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4"/>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4"/>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4"/>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4"/>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4"/>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4"/>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4"/>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4"/>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4"/>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4"/>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4"/>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4"/>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4"/>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4"/>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4"/>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4"/>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4"/>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4"/>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4"/>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4"/>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4"/>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4"/>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4"/>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4"/>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4"/>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4"/>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4"/>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4"/>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4"/>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4"/>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4"/>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4"/>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4"/>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4"/>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4"/>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4"/>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4"/>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4"/>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4"/>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4"/>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4"/>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4"/>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4"/>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4"/>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4"/>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4"/>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4"/>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4"/>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4"/>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4"/>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4"/>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4"/>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4"/>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4"/>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4"/>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4"/>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4"/>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4"/>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4"/>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4"/>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4"/>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4"/>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4"/>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4"/>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4"/>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4"/>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4"/>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4"/>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4"/>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4"/>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4"/>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4"/>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4"/>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4"/>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4"/>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4"/>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4"/>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4"/>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4"/>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4"/>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4"/>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4"/>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4"/>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4"/>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4"/>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4"/>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4"/>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4"/>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4"/>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4"/>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4"/>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4"/>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4"/>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4"/>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4"/>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4"/>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4"/>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4"/>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4"/>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4"/>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4"/>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4"/>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4"/>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4"/>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4"/>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4"/>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4"/>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4"/>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4"/>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4"/>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4"/>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4"/>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4"/>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4"/>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4"/>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4"/>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4"/>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4"/>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4"/>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4"/>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4"/>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4"/>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4"/>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4"/>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4"/>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4"/>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4"/>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4"/>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4"/>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4"/>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4"/>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4"/>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4"/>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4"/>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4"/>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4"/>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4"/>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4"/>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4"/>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4"/>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4"/>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4"/>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4"/>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4"/>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4"/>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4"/>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4"/>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4"/>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4"/>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4"/>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4"/>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4"/>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4"/>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4"/>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4"/>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4"/>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4"/>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4"/>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4"/>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4"/>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4"/>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4"/>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4"/>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4"/>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4"/>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4"/>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4"/>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4"/>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4"/>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4"/>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4"/>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4"/>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4"/>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4"/>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4"/>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4"/>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4"/>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4"/>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4"/>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4"/>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4"/>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4"/>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4"/>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4"/>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4"/>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4"/>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4"/>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4"/>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4"/>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4"/>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4"/>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4"/>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4"/>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4"/>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4"/>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4"/>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4"/>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4"/>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4"/>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4"/>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4"/>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4"/>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4"/>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4"/>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4"/>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4"/>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4"/>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4"/>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4"/>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4"/>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4"/>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4"/>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4"/>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4"/>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4"/>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4"/>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4"/>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4"/>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4"/>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4"/>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4"/>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4"/>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4"/>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4"/>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4"/>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4"/>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4"/>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4"/>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4"/>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4"/>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4"/>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4"/>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4"/>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4"/>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4"/>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4"/>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4"/>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4"/>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4"/>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4"/>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4"/>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4"/>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4"/>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4"/>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4"/>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4"/>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4"/>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4"/>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4"/>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4"/>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4"/>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4"/>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4"/>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4"/>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4"/>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4"/>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4"/>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4"/>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4"/>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4"/>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4"/>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4"/>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4"/>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4"/>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4"/>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4"/>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4"/>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4"/>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4"/>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4"/>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4"/>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4"/>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4"/>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4"/>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4"/>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4"/>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4"/>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4"/>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4"/>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4"/>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4"/>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4"/>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4"/>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4"/>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4"/>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4"/>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4"/>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4"/>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4"/>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4"/>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4"/>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4"/>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4"/>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4"/>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4"/>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4"/>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4"/>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4"/>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4"/>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4"/>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4"/>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4"/>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4"/>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4"/>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4"/>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4"/>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4"/>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4"/>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4"/>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4"/>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4"/>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4"/>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4"/>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4"/>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4"/>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4"/>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4"/>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4"/>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4"/>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4"/>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4"/>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4"/>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4"/>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4"/>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4"/>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4"/>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4"/>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4"/>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4"/>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4"/>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4"/>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4"/>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6" name="Google Shape;2836;p54"/>
          <p:cNvGrpSpPr/>
          <p:nvPr/>
        </p:nvGrpSpPr>
        <p:grpSpPr>
          <a:xfrm>
            <a:off x="5938558" y="1033351"/>
            <a:ext cx="2435960" cy="1297725"/>
            <a:chOff x="233350" y="949250"/>
            <a:chExt cx="7137300" cy="3802300"/>
          </a:xfrm>
        </p:grpSpPr>
        <p:sp>
          <p:nvSpPr>
            <p:cNvPr id="2837" name="Google Shape;2837;p54"/>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4"/>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4"/>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4"/>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4"/>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4"/>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4"/>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4"/>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4"/>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4"/>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4"/>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4"/>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4"/>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4"/>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4"/>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4"/>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4"/>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4"/>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4"/>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4"/>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4"/>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4"/>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4"/>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4"/>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4"/>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4"/>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4"/>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4"/>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4"/>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4"/>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4"/>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4"/>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4"/>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4"/>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4"/>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4"/>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4"/>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4"/>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4"/>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4"/>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4"/>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4"/>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4"/>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4"/>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4"/>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4"/>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4"/>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4"/>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4"/>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4"/>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4"/>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8" name="Google Shape;2888;p54"/>
          <p:cNvGrpSpPr/>
          <p:nvPr/>
        </p:nvGrpSpPr>
        <p:grpSpPr>
          <a:xfrm>
            <a:off x="731715" y="995041"/>
            <a:ext cx="2665073" cy="1317140"/>
            <a:chOff x="793334" y="1192826"/>
            <a:chExt cx="2665073" cy="1317140"/>
          </a:xfrm>
        </p:grpSpPr>
        <p:sp>
          <p:nvSpPr>
            <p:cNvPr id="2889" name="Google Shape;2889;p54"/>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4"/>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4"/>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4"/>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4"/>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4"/>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4"/>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4"/>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4"/>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4"/>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4"/>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4"/>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4"/>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4"/>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4"/>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4"/>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4"/>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4"/>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4"/>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4"/>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4"/>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4"/>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4"/>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4"/>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4"/>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4"/>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4"/>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4"/>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4"/>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4"/>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4"/>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4"/>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4"/>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4"/>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4"/>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4"/>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4"/>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4"/>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4"/>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4"/>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4"/>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4"/>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4"/>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4"/>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4"/>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4"/>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4"/>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4"/>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4"/>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4"/>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4"/>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4"/>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4"/>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4"/>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4"/>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4"/>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4"/>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4"/>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4"/>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4"/>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4"/>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4"/>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4"/>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4"/>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4"/>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4"/>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4"/>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4"/>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4"/>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4"/>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4"/>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4"/>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4"/>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4"/>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4"/>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4"/>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4"/>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4"/>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4"/>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4"/>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4"/>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4"/>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4"/>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4"/>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4"/>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4"/>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4"/>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4"/>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4"/>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4"/>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4"/>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4"/>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4"/>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4"/>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4"/>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4"/>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4"/>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4"/>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4"/>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4"/>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4"/>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4"/>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4"/>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4"/>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4"/>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4"/>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4"/>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4"/>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4"/>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4"/>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4"/>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4"/>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4"/>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4"/>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4"/>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4"/>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4"/>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4"/>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4"/>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4"/>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4"/>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4"/>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4"/>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4"/>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4"/>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4"/>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4"/>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4"/>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4"/>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4"/>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4"/>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4"/>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4"/>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4"/>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4"/>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4"/>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4"/>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4"/>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4"/>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4"/>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4"/>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4"/>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4"/>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4"/>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4"/>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4"/>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4"/>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4"/>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4"/>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4"/>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4"/>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4"/>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4"/>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4"/>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4"/>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4"/>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4"/>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4"/>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4"/>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4"/>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4"/>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4"/>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4"/>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4"/>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4"/>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4"/>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4"/>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4"/>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4"/>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4"/>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4"/>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4"/>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4"/>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4"/>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4"/>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4"/>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4"/>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4"/>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4"/>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4"/>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4"/>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4"/>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4"/>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4"/>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4"/>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4"/>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4"/>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4"/>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4"/>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4"/>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4"/>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4"/>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4"/>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4"/>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4"/>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4"/>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4"/>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4"/>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4"/>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4"/>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4"/>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4"/>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4"/>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4"/>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4"/>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4"/>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4"/>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4"/>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4"/>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4"/>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4"/>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4"/>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4"/>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4"/>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4"/>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4"/>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4"/>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4"/>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4"/>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4"/>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4"/>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4"/>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4"/>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4"/>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4"/>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4"/>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4"/>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4"/>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4"/>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4"/>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4"/>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4"/>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4"/>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4"/>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4"/>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4"/>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4"/>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4"/>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4"/>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4"/>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4"/>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4"/>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4"/>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4"/>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4"/>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4"/>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4"/>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4"/>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4"/>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4"/>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4"/>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4"/>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4"/>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4"/>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4"/>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4"/>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4"/>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4"/>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4"/>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4"/>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4"/>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4"/>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4"/>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4"/>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4"/>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4"/>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4"/>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4"/>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4"/>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4"/>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4"/>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4"/>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4"/>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4"/>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4"/>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4"/>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4"/>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4"/>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4"/>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4"/>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4"/>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4"/>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4"/>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4"/>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4"/>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4"/>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4"/>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4"/>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4"/>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4"/>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4"/>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4"/>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4"/>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4"/>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4"/>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4"/>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4"/>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4"/>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4"/>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4"/>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4"/>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4"/>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4"/>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4"/>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4"/>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4"/>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4"/>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4"/>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4"/>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4"/>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4"/>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4"/>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4"/>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4"/>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4"/>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4"/>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4"/>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4"/>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4"/>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4"/>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4"/>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4"/>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4"/>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4"/>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4"/>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4"/>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4"/>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4"/>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4"/>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4"/>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4"/>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4"/>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4"/>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4"/>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4"/>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4"/>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4"/>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4"/>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4"/>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4"/>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4"/>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4"/>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4"/>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4"/>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4"/>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4"/>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4"/>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4"/>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4"/>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4"/>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4"/>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4"/>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4"/>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4"/>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4"/>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4"/>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4"/>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4"/>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4"/>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4"/>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4"/>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4"/>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4"/>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4"/>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4"/>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4"/>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4"/>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4"/>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4"/>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4"/>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4"/>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4"/>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4"/>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4"/>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4"/>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4"/>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4"/>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4"/>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4"/>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4"/>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4"/>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4"/>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4"/>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4"/>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4"/>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4"/>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4"/>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4"/>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4"/>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4"/>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4"/>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4"/>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4"/>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4"/>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4"/>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4"/>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4"/>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4"/>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4"/>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4"/>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4"/>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4"/>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4"/>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4"/>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4"/>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4"/>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4"/>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4"/>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4"/>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4"/>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4"/>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4"/>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4"/>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4"/>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4"/>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4"/>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4"/>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4"/>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4"/>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4"/>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4"/>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4"/>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4"/>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4"/>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4"/>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4"/>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4"/>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4"/>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4"/>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4"/>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4"/>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4"/>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4"/>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4"/>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4"/>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4"/>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4"/>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4"/>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4"/>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4"/>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4"/>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4"/>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4"/>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4"/>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4"/>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4"/>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4"/>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4"/>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4"/>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4"/>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4"/>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4"/>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4"/>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4"/>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4"/>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4"/>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4"/>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4"/>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4"/>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4"/>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4"/>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4"/>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4"/>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4"/>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4"/>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4"/>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4"/>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4"/>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4"/>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4"/>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4"/>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4"/>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4"/>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4"/>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4"/>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4"/>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4"/>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4"/>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4"/>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4"/>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4"/>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4"/>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4"/>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4"/>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4"/>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4"/>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4"/>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4"/>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4"/>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4"/>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4"/>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4"/>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4"/>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4"/>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4"/>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4"/>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4"/>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4"/>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4"/>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4"/>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4"/>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4"/>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4"/>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4"/>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4"/>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4"/>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4"/>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4"/>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4"/>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4"/>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4"/>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4"/>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4"/>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4"/>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4"/>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4"/>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4"/>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4"/>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4"/>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4"/>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4"/>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4"/>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4"/>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4"/>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4"/>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4"/>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4"/>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4"/>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4"/>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4"/>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4"/>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4"/>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4"/>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4"/>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4"/>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4"/>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4"/>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4"/>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4"/>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4"/>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4"/>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4"/>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4"/>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4"/>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4"/>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4"/>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4"/>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4"/>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4"/>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4"/>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4"/>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4"/>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4"/>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4"/>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4"/>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4"/>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4"/>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4"/>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4"/>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4"/>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4"/>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4"/>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4"/>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4"/>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4"/>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4"/>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4"/>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4"/>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4"/>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4"/>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4"/>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4"/>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4"/>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4"/>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4"/>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4"/>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4"/>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4"/>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4"/>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4"/>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4"/>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4"/>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4"/>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4"/>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4"/>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4"/>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4"/>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4"/>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4"/>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4"/>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4"/>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4"/>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4"/>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4"/>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4"/>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4"/>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4"/>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4"/>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4"/>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4"/>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4"/>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4"/>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4"/>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4"/>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4"/>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4"/>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4"/>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4"/>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4"/>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4"/>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4"/>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4"/>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4"/>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4"/>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4"/>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4"/>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4"/>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4"/>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4"/>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4"/>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4"/>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4"/>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4"/>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4"/>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4"/>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4"/>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4"/>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4"/>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4"/>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4"/>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4"/>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4"/>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4"/>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4"/>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4"/>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4"/>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4"/>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4"/>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4"/>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4"/>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4"/>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4"/>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4"/>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4"/>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4"/>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4"/>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4"/>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4"/>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4"/>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4"/>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4"/>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4"/>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4"/>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4"/>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4"/>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4"/>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4"/>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4"/>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4"/>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4"/>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4"/>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4"/>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4"/>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4"/>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4"/>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4"/>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4"/>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4"/>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4"/>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4"/>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4"/>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4"/>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4"/>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4"/>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4"/>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4"/>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4"/>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4"/>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4"/>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4"/>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4"/>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4"/>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4"/>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4"/>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4"/>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4"/>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4"/>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4"/>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4"/>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4"/>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4"/>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4"/>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4"/>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4"/>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4"/>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4"/>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4"/>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4"/>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4"/>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4"/>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4"/>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4"/>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4"/>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4"/>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4"/>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4"/>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4"/>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4"/>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4"/>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4"/>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4"/>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4"/>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4"/>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4"/>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4"/>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4"/>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4"/>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4"/>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4"/>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4"/>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4"/>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4"/>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4"/>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4"/>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4"/>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4"/>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4"/>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4"/>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4"/>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4"/>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4"/>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4"/>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4"/>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4"/>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4"/>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4"/>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4"/>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4"/>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4"/>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4"/>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4"/>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4"/>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4"/>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4"/>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4"/>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4"/>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4"/>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4"/>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4"/>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4"/>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4"/>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4"/>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4"/>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4"/>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4"/>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4"/>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4"/>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4"/>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4"/>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4"/>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4"/>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4"/>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4"/>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4"/>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4"/>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4"/>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4"/>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4"/>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4"/>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4"/>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4"/>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4"/>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4"/>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4"/>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4"/>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4"/>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4"/>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4"/>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4"/>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4"/>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4"/>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4"/>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4"/>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4"/>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4"/>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4"/>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4"/>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4"/>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4"/>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4"/>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4"/>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4"/>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4"/>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4"/>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4"/>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4"/>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4"/>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4"/>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4"/>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4"/>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4"/>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4"/>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4"/>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4"/>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4"/>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4"/>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4"/>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4"/>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4"/>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4"/>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4"/>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4"/>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4"/>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4"/>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4"/>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4"/>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4"/>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4"/>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4"/>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4"/>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4"/>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4"/>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4"/>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4"/>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4"/>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4"/>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4"/>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4"/>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4"/>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4"/>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4"/>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4"/>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4"/>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4"/>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4"/>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4"/>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4"/>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4"/>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4"/>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4"/>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4"/>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4"/>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4"/>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4"/>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4"/>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4"/>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4"/>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4"/>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4"/>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4"/>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4"/>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4"/>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4"/>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4"/>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4"/>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4"/>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4"/>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4"/>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4"/>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4"/>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4"/>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4"/>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4"/>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4"/>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4"/>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4"/>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4"/>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4"/>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4"/>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4"/>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4"/>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4"/>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4"/>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4"/>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4"/>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4"/>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4"/>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4"/>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4"/>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4"/>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4"/>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4"/>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4"/>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4"/>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4"/>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4"/>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4"/>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4"/>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4"/>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4"/>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4"/>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4"/>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4"/>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4"/>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4"/>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4"/>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4"/>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4"/>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4"/>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4"/>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4"/>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4"/>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4"/>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4"/>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4"/>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4"/>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4"/>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4"/>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4"/>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4"/>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4"/>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4"/>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4"/>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4"/>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4"/>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4"/>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4"/>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4"/>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4"/>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4"/>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4"/>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4"/>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4"/>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4"/>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4"/>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4"/>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4"/>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4"/>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4"/>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4"/>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4"/>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4"/>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4"/>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4"/>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4"/>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4"/>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4"/>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4"/>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4"/>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4"/>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4"/>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4"/>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4"/>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4"/>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4"/>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4"/>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4"/>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4"/>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4"/>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4"/>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4"/>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4"/>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4"/>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4"/>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4"/>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4"/>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4"/>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4"/>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4"/>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4"/>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4"/>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4"/>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4"/>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4"/>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4"/>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4"/>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4"/>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4"/>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4"/>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4"/>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4"/>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4"/>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4"/>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4"/>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4"/>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4"/>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4"/>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4"/>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4"/>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4"/>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4"/>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4"/>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4"/>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4"/>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4"/>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4"/>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4"/>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4"/>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4"/>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4"/>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4"/>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4"/>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4"/>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4"/>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4"/>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4"/>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4"/>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4"/>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4"/>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4"/>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4"/>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4"/>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4"/>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4"/>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4"/>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4"/>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4"/>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4"/>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4"/>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4"/>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4"/>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4"/>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4"/>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4"/>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4"/>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4"/>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4"/>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4"/>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4"/>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4"/>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4"/>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4"/>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4"/>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4"/>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4"/>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4"/>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4"/>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4"/>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4"/>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4"/>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4"/>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4"/>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4"/>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4"/>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4"/>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4"/>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4"/>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4"/>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4"/>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4"/>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4"/>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4"/>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4"/>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4"/>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4"/>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4"/>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4"/>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4"/>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4"/>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4"/>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4"/>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4"/>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4"/>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4"/>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4"/>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4"/>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4"/>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4"/>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4"/>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4"/>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4"/>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4"/>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4"/>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4"/>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4"/>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4"/>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4"/>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4"/>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4"/>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4"/>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4"/>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4"/>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4"/>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4"/>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4"/>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4"/>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4"/>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4"/>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4"/>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4"/>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4"/>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4"/>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4"/>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4"/>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4"/>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4"/>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4"/>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4"/>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4"/>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4"/>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4"/>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4"/>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4"/>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4"/>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4"/>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4"/>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4"/>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4"/>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4"/>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4"/>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4"/>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4"/>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4"/>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4"/>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4"/>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4"/>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4"/>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4"/>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4"/>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4"/>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4"/>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4"/>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4"/>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4"/>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4"/>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4"/>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4"/>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4"/>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4"/>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4"/>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4"/>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4"/>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4"/>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4"/>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4"/>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4"/>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4"/>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4"/>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4"/>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4"/>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4"/>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4"/>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4"/>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4"/>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4"/>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4"/>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4"/>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4"/>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4"/>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4"/>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4"/>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4"/>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4"/>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4"/>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4"/>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4"/>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4"/>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4"/>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4"/>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4"/>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4"/>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4"/>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4"/>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4"/>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4"/>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4"/>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4"/>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4"/>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4"/>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4"/>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4"/>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4"/>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4"/>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4"/>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4"/>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4"/>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4"/>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4"/>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4"/>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4"/>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4"/>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4"/>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4"/>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4"/>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4"/>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4"/>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4"/>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4"/>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4"/>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4"/>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4"/>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4"/>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4"/>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4"/>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4"/>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4"/>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4"/>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4"/>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4"/>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4"/>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4"/>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4"/>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4"/>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4"/>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4"/>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4"/>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4"/>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4"/>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4"/>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4"/>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4"/>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4"/>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4"/>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4"/>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4"/>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4"/>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4"/>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4"/>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4"/>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4"/>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4"/>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4"/>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4"/>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4"/>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4"/>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4"/>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4"/>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4"/>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4"/>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4"/>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4"/>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4"/>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4"/>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4"/>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4"/>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4"/>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4"/>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4"/>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4"/>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4"/>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4"/>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4"/>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4"/>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4"/>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4"/>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4"/>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4"/>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4"/>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4"/>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4"/>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4"/>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4"/>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4"/>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4"/>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4"/>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4"/>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4"/>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4"/>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4"/>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4"/>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4"/>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4"/>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4"/>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4"/>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4"/>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4"/>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4"/>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4"/>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4"/>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4"/>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4"/>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4"/>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4"/>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4"/>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4"/>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4"/>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4"/>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4"/>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4"/>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4"/>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4"/>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4"/>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4"/>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4"/>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4"/>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4"/>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4"/>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4"/>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4"/>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4"/>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4"/>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4"/>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4"/>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4"/>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4"/>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4"/>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4"/>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4"/>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4"/>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4"/>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4"/>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4"/>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4"/>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4"/>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4"/>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4"/>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4"/>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4"/>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4"/>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4"/>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4"/>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4"/>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4"/>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4"/>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4"/>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4"/>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4"/>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4"/>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4"/>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4"/>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4"/>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4"/>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4"/>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4"/>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4"/>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4"/>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4"/>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4"/>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4"/>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4"/>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4"/>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4"/>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4"/>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4"/>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4"/>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4"/>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4"/>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4"/>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4"/>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4"/>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4"/>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4"/>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4"/>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4"/>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4"/>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4"/>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4"/>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4"/>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4"/>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4"/>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4"/>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4"/>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4"/>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4"/>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4"/>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4"/>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4"/>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4"/>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4"/>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4"/>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4"/>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4"/>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4"/>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4"/>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4"/>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4"/>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4"/>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4"/>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4"/>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4"/>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4"/>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4"/>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4"/>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4"/>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4"/>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4"/>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4"/>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4"/>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4"/>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4"/>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4"/>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4"/>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4"/>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4"/>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4"/>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4"/>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4"/>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4"/>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4"/>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4"/>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4"/>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4"/>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4"/>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4"/>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4"/>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4"/>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4"/>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4"/>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4"/>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4"/>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4"/>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4"/>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4"/>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4"/>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4"/>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4"/>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4"/>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4"/>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4"/>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4"/>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4"/>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4"/>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4"/>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4"/>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4"/>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4"/>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4"/>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4"/>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4"/>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4"/>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4"/>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4"/>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4"/>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4"/>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4"/>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4"/>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4"/>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4"/>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4"/>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4"/>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4"/>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4"/>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4"/>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4"/>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4"/>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4"/>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4"/>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4"/>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4"/>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4"/>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4"/>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4"/>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4"/>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4"/>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4"/>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4"/>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4"/>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4"/>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4"/>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4"/>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4"/>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4"/>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4"/>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4"/>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4"/>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4"/>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4"/>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4"/>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4"/>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4"/>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4"/>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4"/>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4"/>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4"/>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4"/>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4"/>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4"/>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4"/>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4"/>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4"/>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4"/>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4"/>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4"/>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4"/>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4"/>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4"/>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4"/>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4"/>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4"/>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4"/>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4"/>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4"/>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4"/>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4"/>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4"/>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4"/>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4"/>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4"/>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4"/>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4"/>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4"/>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4"/>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4"/>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4"/>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4"/>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4"/>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4"/>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4"/>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4"/>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4"/>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4"/>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4"/>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4"/>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4"/>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4"/>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4"/>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4"/>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4"/>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4"/>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4"/>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4"/>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4"/>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4"/>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4"/>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4"/>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4"/>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4"/>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4"/>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4"/>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4"/>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4"/>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4"/>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4"/>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4"/>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4"/>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4"/>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4"/>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4"/>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4"/>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4"/>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4"/>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4"/>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4"/>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4"/>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4"/>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4"/>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4"/>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4"/>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4"/>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4"/>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4"/>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4"/>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4"/>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4"/>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4"/>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4"/>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4"/>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4"/>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4"/>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4"/>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4"/>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4"/>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4"/>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4"/>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4"/>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4"/>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4"/>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4"/>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4"/>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4"/>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4"/>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4"/>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4"/>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4"/>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4"/>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4"/>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4"/>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4"/>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4"/>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4"/>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4"/>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4"/>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4"/>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4"/>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4"/>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4"/>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4"/>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4"/>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4"/>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4"/>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4"/>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4"/>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4"/>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4"/>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4"/>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4"/>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4"/>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4"/>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4"/>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4"/>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4"/>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4"/>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4"/>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4"/>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4"/>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4"/>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4"/>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4"/>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4"/>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4"/>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4"/>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4"/>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4"/>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4"/>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4"/>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4"/>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4"/>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4"/>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4"/>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4"/>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4"/>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4"/>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4"/>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4"/>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4"/>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4"/>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4"/>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4"/>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4"/>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4"/>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4"/>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4"/>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4"/>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4"/>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4"/>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4"/>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4"/>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4"/>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4"/>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4"/>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4"/>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4"/>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4"/>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4"/>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4"/>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4"/>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4"/>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4"/>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4"/>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4"/>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4"/>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4"/>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4"/>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4"/>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4"/>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4"/>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4"/>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4"/>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4"/>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4"/>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4"/>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4"/>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4"/>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4"/>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4"/>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4"/>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4"/>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4"/>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4"/>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4"/>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4"/>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4"/>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4"/>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4"/>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4"/>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4"/>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4"/>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4"/>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4"/>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4"/>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4"/>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54"/>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4"/>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4"/>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4"/>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4"/>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4"/>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4"/>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4"/>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4"/>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4"/>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4"/>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4"/>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4"/>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4"/>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4"/>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4"/>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4"/>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4"/>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4"/>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4"/>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4"/>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4"/>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4"/>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4"/>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4"/>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4"/>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4"/>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4"/>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4"/>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4"/>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4"/>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4"/>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4"/>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4"/>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4"/>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4"/>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4"/>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4"/>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4"/>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4"/>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4"/>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4"/>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4"/>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4"/>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4"/>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4"/>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4"/>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4"/>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4"/>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4"/>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4"/>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4"/>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4"/>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4"/>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4"/>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4"/>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4"/>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4"/>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4"/>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4"/>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4"/>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4"/>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4"/>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4"/>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4"/>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4"/>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4"/>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4"/>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4"/>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4"/>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4"/>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4"/>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4"/>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4"/>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4"/>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4"/>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54"/>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54"/>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4"/>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4"/>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4"/>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4"/>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4"/>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4"/>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4"/>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4"/>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4"/>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4"/>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4"/>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4"/>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4"/>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4"/>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4"/>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4"/>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4"/>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4"/>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4"/>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4"/>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4"/>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4"/>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4"/>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4"/>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4"/>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4"/>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4"/>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4"/>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4"/>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4"/>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4"/>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4"/>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4"/>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4"/>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4"/>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4"/>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4"/>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4"/>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4"/>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4"/>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4"/>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4"/>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4"/>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4"/>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4"/>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4"/>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4"/>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4"/>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4"/>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4"/>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4"/>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4"/>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4"/>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4"/>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4"/>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4"/>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4"/>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4"/>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4"/>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4"/>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4"/>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4"/>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4"/>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4"/>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4"/>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4"/>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4"/>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4"/>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4"/>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4"/>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4"/>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4"/>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4"/>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4"/>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4"/>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4"/>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4"/>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4"/>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4"/>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4"/>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4"/>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4"/>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4"/>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4"/>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4"/>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4"/>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4"/>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4"/>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4"/>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4"/>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4"/>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4"/>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4"/>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4"/>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4"/>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4"/>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4"/>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4"/>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4"/>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4"/>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4"/>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4"/>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4"/>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4"/>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4"/>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4"/>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4"/>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4"/>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4"/>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4"/>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4"/>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4"/>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4"/>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4"/>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4"/>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4"/>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4"/>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4"/>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4"/>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4"/>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4"/>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4"/>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4"/>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4"/>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4"/>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4"/>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4"/>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4"/>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4"/>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4"/>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4"/>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4"/>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4"/>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4"/>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4"/>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4"/>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4"/>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4"/>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4"/>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4"/>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4"/>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4"/>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4"/>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4"/>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4"/>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4"/>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4"/>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4"/>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4"/>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4"/>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4"/>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4"/>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4"/>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4"/>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4"/>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4"/>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4"/>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4"/>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4"/>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4"/>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4"/>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4"/>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4"/>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4"/>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4"/>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4"/>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4"/>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4"/>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4"/>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4"/>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4"/>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4"/>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4"/>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4"/>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4"/>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4"/>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4"/>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4"/>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4"/>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4"/>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4"/>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4"/>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4"/>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4"/>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4"/>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4"/>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4"/>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4"/>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4"/>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4"/>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4"/>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4"/>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4"/>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4"/>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4"/>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4"/>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4"/>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4"/>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4"/>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4"/>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4"/>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4"/>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4"/>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4"/>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4"/>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4"/>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4"/>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4"/>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4"/>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4"/>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4"/>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4"/>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4"/>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4"/>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4"/>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4"/>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4"/>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4"/>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4"/>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4"/>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4"/>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4"/>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4"/>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4"/>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4"/>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4"/>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4"/>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4"/>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4"/>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4"/>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4"/>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4"/>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4"/>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4"/>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4"/>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4"/>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4"/>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4"/>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4"/>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4"/>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4"/>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4"/>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4"/>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4"/>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4"/>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4"/>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4"/>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4"/>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4"/>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4"/>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4"/>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4"/>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4"/>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4"/>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4"/>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4"/>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4"/>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4"/>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4"/>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4"/>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4"/>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4"/>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4"/>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4"/>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4"/>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4"/>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4"/>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4"/>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4"/>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4"/>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4"/>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4"/>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4"/>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4"/>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4"/>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4"/>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4"/>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4"/>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4"/>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4"/>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4"/>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4"/>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4"/>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4"/>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4"/>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4"/>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4"/>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4"/>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4"/>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4"/>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4"/>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4"/>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4"/>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4"/>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4"/>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4"/>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4"/>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54"/>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54"/>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4"/>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54"/>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54"/>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4"/>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54"/>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4"/>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4"/>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4"/>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54"/>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4"/>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4"/>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4"/>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4"/>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54"/>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4"/>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4"/>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54"/>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4"/>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4"/>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4"/>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4"/>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4"/>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4"/>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54"/>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4"/>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54"/>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4"/>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54"/>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54"/>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4"/>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54"/>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54"/>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4"/>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54"/>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4"/>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54"/>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54"/>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4"/>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4"/>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4"/>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4"/>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4"/>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4"/>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4"/>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4"/>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4"/>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4"/>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54"/>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54"/>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4"/>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4"/>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54"/>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4"/>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4"/>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4"/>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4"/>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4"/>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4"/>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4"/>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4"/>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4"/>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4"/>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4"/>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4"/>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4"/>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4"/>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4"/>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4"/>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4"/>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4"/>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4"/>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4"/>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4"/>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4"/>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4"/>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4"/>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4"/>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4"/>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4"/>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4"/>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4"/>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4"/>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4"/>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4"/>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4"/>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54"/>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4"/>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4"/>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4"/>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4"/>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4"/>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4"/>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54"/>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4"/>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4"/>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4"/>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4"/>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4"/>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54"/>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4"/>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4"/>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4"/>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4"/>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4"/>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4"/>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4"/>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4"/>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4"/>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4"/>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4"/>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4"/>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4"/>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4"/>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4"/>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4"/>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4"/>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4"/>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4"/>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4"/>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4"/>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4"/>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4"/>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4"/>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4"/>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4"/>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4"/>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4"/>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4"/>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4"/>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4"/>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4"/>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4"/>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4"/>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54"/>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4"/>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4"/>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4"/>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4"/>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4"/>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4"/>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4"/>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4"/>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4"/>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4"/>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4"/>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4"/>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4"/>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4"/>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4"/>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4"/>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54"/>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4"/>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4"/>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4"/>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4"/>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4"/>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54"/>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4"/>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4"/>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4"/>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4"/>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4"/>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4"/>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4"/>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4"/>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4"/>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4"/>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4"/>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4"/>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4"/>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4"/>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4"/>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4"/>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4"/>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4"/>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4"/>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4"/>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4"/>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4"/>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4"/>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4"/>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4"/>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4"/>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4"/>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4"/>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4"/>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4"/>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4"/>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4"/>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4"/>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4"/>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4"/>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4"/>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4"/>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4"/>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4"/>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4"/>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4"/>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4"/>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4"/>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4"/>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4"/>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4"/>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4"/>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4"/>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4"/>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4"/>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4"/>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4"/>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4"/>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4"/>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4"/>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4"/>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4"/>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4"/>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4"/>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4"/>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4"/>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4"/>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4"/>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54"/>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54"/>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4"/>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54"/>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54"/>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4"/>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54"/>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54"/>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4"/>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54"/>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54"/>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4"/>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54"/>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54"/>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4"/>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54"/>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4"/>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4"/>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54"/>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4"/>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4"/>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54"/>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4"/>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4"/>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54"/>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4"/>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4"/>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54"/>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4"/>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54"/>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4"/>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4"/>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54"/>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4"/>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4"/>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54"/>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4"/>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4"/>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4"/>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4"/>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4"/>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54"/>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4"/>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4"/>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54"/>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4"/>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4"/>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4"/>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4"/>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4"/>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4"/>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54"/>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4"/>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4"/>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54"/>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4"/>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4"/>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54"/>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4"/>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4"/>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4"/>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4"/>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4"/>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4"/>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4"/>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54"/>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4"/>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4"/>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54"/>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4"/>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4"/>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4"/>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4"/>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4"/>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4"/>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4"/>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4"/>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4"/>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4"/>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4"/>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4"/>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4"/>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4"/>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4"/>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4"/>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4"/>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4"/>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4"/>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4"/>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54"/>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4"/>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4"/>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4"/>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4"/>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4"/>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54"/>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54"/>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4"/>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4"/>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4"/>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4"/>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4"/>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4"/>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4"/>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4"/>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4"/>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4"/>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4"/>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4"/>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4"/>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4"/>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4"/>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4"/>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4"/>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4"/>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4"/>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54"/>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4"/>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4"/>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4"/>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4"/>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4"/>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54"/>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54"/>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4"/>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4"/>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4"/>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4"/>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4"/>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4"/>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4"/>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4"/>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4"/>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4"/>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4"/>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4"/>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4"/>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4"/>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4"/>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4"/>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54"/>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54"/>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4"/>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54"/>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54"/>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54"/>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54"/>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4"/>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54"/>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54"/>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4"/>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54"/>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54"/>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4"/>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54"/>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4"/>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4"/>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4"/>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4"/>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4"/>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4"/>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4"/>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4"/>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4"/>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4"/>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4"/>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4"/>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4"/>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4"/>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4"/>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4"/>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4"/>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4"/>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4"/>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4"/>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4"/>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4"/>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4"/>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4"/>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4"/>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4"/>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4"/>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4"/>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4"/>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4"/>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4"/>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4"/>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4"/>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54"/>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4"/>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4"/>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4"/>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54"/>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4"/>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54"/>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54"/>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4"/>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4"/>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4"/>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54"/>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54"/>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54"/>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54"/>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54"/>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54"/>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54"/>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4"/>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54"/>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54"/>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54"/>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4"/>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54"/>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54"/>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4"/>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54"/>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54"/>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54"/>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4"/>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4"/>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4"/>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4"/>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54"/>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54"/>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4"/>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4"/>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54"/>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54"/>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54"/>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54"/>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4"/>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4"/>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4"/>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4"/>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4"/>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4"/>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4"/>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4"/>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4"/>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4"/>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4"/>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4"/>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4"/>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4"/>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4"/>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4"/>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4"/>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4"/>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4"/>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4"/>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4"/>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4"/>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4"/>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4"/>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4"/>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4"/>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4"/>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4"/>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4"/>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4"/>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4"/>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4"/>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4"/>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4"/>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4"/>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4"/>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4"/>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4"/>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4"/>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4"/>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4"/>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4"/>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4"/>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4"/>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4"/>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54"/>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54"/>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4"/>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4"/>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4"/>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4"/>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4"/>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4"/>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4"/>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4"/>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4"/>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4"/>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4"/>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4"/>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4"/>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4"/>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4"/>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4"/>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4"/>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4"/>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4"/>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4"/>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4"/>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4"/>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4"/>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4"/>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4"/>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4"/>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54"/>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54"/>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4"/>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4"/>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4"/>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4"/>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4"/>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54"/>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4"/>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4"/>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4"/>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4"/>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4"/>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4"/>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4"/>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4"/>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4"/>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54"/>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4"/>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4"/>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4"/>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4"/>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54"/>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4"/>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4"/>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4"/>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4"/>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4"/>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4"/>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54"/>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54"/>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4"/>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54"/>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54"/>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4"/>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54"/>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54"/>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4"/>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54"/>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4"/>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4"/>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54"/>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54"/>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4"/>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4"/>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4"/>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4"/>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4"/>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4"/>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4"/>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4"/>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4"/>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4"/>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4"/>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54"/>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4"/>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54"/>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54"/>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54"/>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54"/>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54"/>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54"/>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54"/>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4"/>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54"/>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54"/>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4"/>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54"/>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54"/>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4"/>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54"/>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4"/>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4"/>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54"/>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54"/>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54"/>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4"/>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4"/>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4"/>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4"/>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4"/>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4"/>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4"/>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4"/>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4"/>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4"/>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4"/>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4"/>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4"/>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4"/>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4"/>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4"/>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4"/>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4"/>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4"/>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4"/>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4"/>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4"/>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4"/>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4"/>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4"/>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4"/>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4"/>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4"/>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4"/>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4"/>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4"/>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4"/>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4"/>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4"/>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4"/>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54"/>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54"/>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4"/>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54"/>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54"/>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54"/>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54"/>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4"/>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4"/>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4"/>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4"/>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4"/>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4"/>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54"/>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54"/>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4"/>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4"/>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54"/>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54"/>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4"/>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4"/>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4"/>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4"/>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4"/>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4"/>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4"/>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4"/>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4"/>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4"/>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4"/>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4"/>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4"/>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4"/>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4"/>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4"/>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4"/>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4"/>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4"/>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54"/>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4"/>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54"/>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54"/>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4"/>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4"/>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4"/>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4"/>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4"/>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4"/>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54"/>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54"/>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4"/>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4"/>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54"/>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4"/>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4"/>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54"/>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4"/>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54"/>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4"/>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4"/>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54"/>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4"/>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54"/>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4"/>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54"/>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54"/>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4"/>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4"/>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54"/>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4"/>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4"/>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54"/>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4"/>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54"/>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4"/>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4"/>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4"/>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4"/>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4"/>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54"/>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4"/>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4"/>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4"/>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4"/>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4"/>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54"/>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54"/>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4"/>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4"/>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4"/>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4"/>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4"/>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54"/>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54"/>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54"/>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4"/>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4"/>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4"/>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4"/>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4"/>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4"/>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4"/>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4"/>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4"/>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4"/>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4"/>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4"/>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4"/>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4"/>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4"/>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4"/>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4"/>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4"/>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4"/>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4"/>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4"/>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4"/>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4"/>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4"/>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4"/>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4"/>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4"/>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4"/>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4"/>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4"/>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4"/>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4"/>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4"/>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4"/>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4"/>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4"/>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4"/>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4"/>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4"/>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4"/>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4"/>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4"/>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54"/>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54"/>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54"/>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54"/>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54"/>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54"/>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54"/>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54"/>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54"/>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54"/>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54"/>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54"/>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54"/>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54"/>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54"/>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4"/>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4"/>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54"/>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54"/>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4"/>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54"/>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54"/>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4"/>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54"/>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54"/>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4"/>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4"/>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4"/>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4"/>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4"/>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54"/>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54"/>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4"/>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54"/>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54"/>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54"/>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54"/>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54"/>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54"/>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54"/>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54"/>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54"/>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54"/>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54"/>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4"/>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4"/>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4"/>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54"/>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54"/>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4"/>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4"/>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4"/>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54"/>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4"/>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54"/>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54"/>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4"/>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4"/>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4"/>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54"/>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54"/>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54"/>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54"/>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54"/>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54"/>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54"/>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54"/>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54"/>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54"/>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54"/>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54"/>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54"/>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54"/>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54"/>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54"/>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54"/>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54"/>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4"/>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4"/>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4"/>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4"/>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54"/>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54"/>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4"/>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4"/>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54"/>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54"/>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54"/>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54"/>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4"/>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54"/>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54"/>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4"/>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54"/>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54"/>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4"/>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54"/>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54"/>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4"/>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4"/>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4"/>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4"/>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4"/>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4"/>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4"/>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4"/>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4"/>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54"/>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54"/>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54"/>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4"/>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4"/>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4"/>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4"/>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4"/>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54"/>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54"/>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54"/>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54"/>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54"/>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54"/>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54"/>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4"/>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4"/>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54"/>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54"/>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54"/>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4"/>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54"/>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54"/>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4"/>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54"/>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54"/>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4"/>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54"/>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54"/>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4"/>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54"/>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54"/>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4"/>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54"/>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54"/>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4"/>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4"/>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4"/>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4"/>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4"/>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4"/>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4"/>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4"/>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54"/>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54"/>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54"/>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4"/>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54"/>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54"/>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54"/>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54"/>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4"/>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54"/>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54"/>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4"/>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54"/>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54"/>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4"/>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54"/>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54"/>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4"/>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54"/>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54"/>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4"/>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54"/>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54"/>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54"/>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54"/>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4"/>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4"/>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4"/>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4"/>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54"/>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4"/>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4"/>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4"/>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4"/>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54"/>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54"/>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54"/>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4"/>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54"/>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54"/>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4"/>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54"/>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54"/>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4"/>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54"/>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54"/>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4"/>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54"/>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54"/>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54"/>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54"/>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4"/>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4"/>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54"/>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54"/>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4"/>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4"/>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4"/>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4"/>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4"/>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4"/>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4"/>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4"/>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54"/>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54"/>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54"/>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54"/>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54"/>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54"/>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54"/>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4"/>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4"/>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4"/>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4"/>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4"/>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4"/>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4"/>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4"/>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4"/>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54"/>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54"/>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4"/>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4"/>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4"/>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4"/>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4"/>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4"/>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4"/>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4"/>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4"/>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54"/>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54"/>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4"/>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4"/>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4"/>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4"/>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4"/>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4"/>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4"/>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4"/>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4"/>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54"/>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54"/>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4"/>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4"/>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4"/>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4"/>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4"/>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4"/>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4"/>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4"/>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4"/>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54"/>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54"/>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4"/>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4"/>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4"/>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4"/>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4"/>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4"/>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4"/>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4"/>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4"/>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54"/>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54"/>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4"/>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4"/>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4"/>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4"/>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4"/>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4"/>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4"/>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4"/>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4"/>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54"/>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54"/>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4"/>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4"/>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4"/>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4"/>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4"/>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4"/>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4"/>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4"/>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4"/>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54"/>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54"/>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4"/>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4"/>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4"/>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4"/>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4"/>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4"/>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4"/>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4"/>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4"/>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54"/>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54"/>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4"/>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4"/>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4"/>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4"/>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4"/>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4"/>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4"/>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4"/>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4"/>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54"/>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54"/>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4"/>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4"/>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4"/>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4"/>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4"/>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4"/>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4"/>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4"/>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4"/>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54"/>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54"/>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54"/>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4"/>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4"/>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4"/>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4"/>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54"/>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54"/>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4"/>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4"/>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4"/>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4"/>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54"/>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54"/>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4"/>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4"/>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4"/>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4"/>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54"/>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54"/>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4"/>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4"/>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4"/>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4"/>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54"/>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54"/>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4"/>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4"/>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4"/>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4"/>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4"/>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4"/>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4"/>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4"/>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4"/>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4"/>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4"/>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4"/>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4"/>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4"/>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4"/>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4"/>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4"/>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54"/>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54"/>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4"/>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54"/>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54"/>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4"/>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54"/>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54"/>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4"/>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4"/>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4"/>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4"/>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4"/>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4"/>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4"/>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54"/>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54"/>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4"/>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4"/>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4"/>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4"/>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54"/>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54"/>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4"/>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4"/>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4"/>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4"/>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54"/>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54"/>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54"/>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54"/>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54"/>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54"/>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54"/>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54"/>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54"/>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54"/>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4"/>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54"/>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54"/>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4"/>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54"/>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54"/>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4"/>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54"/>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54"/>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4"/>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54"/>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54"/>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4"/>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54"/>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54"/>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54"/>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54"/>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54"/>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54"/>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54"/>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54"/>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4"/>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4"/>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4"/>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4"/>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4"/>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54"/>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54"/>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4"/>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4"/>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4"/>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4"/>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4"/>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54"/>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54"/>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54"/>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54"/>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54"/>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54"/>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54"/>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54"/>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54"/>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54"/>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54"/>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54"/>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54"/>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54"/>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54"/>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54"/>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4"/>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4"/>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4"/>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54"/>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54"/>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54"/>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54"/>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54"/>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54"/>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54"/>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4"/>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4"/>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4"/>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4"/>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4"/>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4"/>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54"/>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54"/>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4"/>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4"/>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4"/>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4"/>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4"/>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4"/>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54"/>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54"/>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4"/>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4"/>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4"/>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4"/>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4"/>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4"/>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54"/>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54"/>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4"/>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4"/>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4"/>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4"/>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4"/>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4"/>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54"/>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54"/>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4"/>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4"/>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4"/>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4"/>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4"/>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4"/>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54"/>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54"/>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4"/>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4"/>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4"/>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4"/>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4"/>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4"/>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54"/>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54"/>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4"/>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4"/>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4"/>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4"/>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4"/>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4"/>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54"/>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54"/>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4"/>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4"/>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4"/>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4"/>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4"/>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4"/>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4"/>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4"/>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4"/>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54"/>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54"/>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4"/>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4"/>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4"/>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54"/>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54"/>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54"/>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54"/>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54"/>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54"/>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54"/>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54"/>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54"/>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54"/>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54"/>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54"/>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54"/>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54"/>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54"/>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54"/>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54"/>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54"/>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54"/>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54"/>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54"/>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54"/>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54"/>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54"/>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54"/>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54"/>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54"/>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54"/>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54"/>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54"/>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4"/>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54"/>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54"/>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54"/>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54"/>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54"/>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54"/>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4"/>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54"/>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54"/>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54"/>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54"/>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54"/>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54"/>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4"/>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54"/>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54"/>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54"/>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54"/>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54"/>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54"/>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54"/>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54"/>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54"/>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4"/>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54"/>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54"/>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54"/>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54"/>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54"/>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54"/>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54"/>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54"/>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54"/>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54"/>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54"/>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54"/>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54"/>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54"/>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54"/>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54"/>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54"/>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54"/>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54"/>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54"/>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54"/>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54"/>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54"/>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54"/>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54"/>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54"/>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54"/>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54"/>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54"/>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54"/>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54"/>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54"/>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54"/>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54"/>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54"/>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54"/>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54"/>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54"/>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54"/>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54"/>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54"/>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54"/>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54"/>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54"/>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54"/>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54"/>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54"/>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54"/>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54"/>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54"/>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54"/>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54"/>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54"/>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54"/>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54"/>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54"/>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54"/>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54"/>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54"/>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54"/>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54"/>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54"/>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54"/>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54"/>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54"/>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54"/>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54"/>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54"/>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54"/>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54"/>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54"/>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54"/>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54"/>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54"/>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54"/>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54"/>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54"/>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54"/>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54"/>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54"/>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54"/>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54"/>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54"/>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54"/>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54"/>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54"/>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54"/>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54"/>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54"/>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54"/>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54"/>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54"/>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54"/>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54"/>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54"/>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54"/>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54"/>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54"/>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54"/>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54"/>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54"/>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54"/>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54"/>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54"/>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54"/>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54"/>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54"/>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54"/>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54"/>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54"/>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54"/>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54"/>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54"/>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54"/>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54"/>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54"/>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54"/>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54"/>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54"/>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54"/>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54"/>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54"/>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54"/>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54"/>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54"/>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54"/>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54"/>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54"/>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54"/>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54"/>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54"/>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54"/>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54"/>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54"/>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54"/>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54"/>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54"/>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54"/>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54"/>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54"/>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54"/>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54"/>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54"/>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54"/>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54"/>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54"/>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54"/>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54"/>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54"/>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54"/>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54"/>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54"/>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54"/>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54"/>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54"/>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54"/>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54"/>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54"/>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54"/>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54"/>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54"/>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54"/>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54"/>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54"/>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54"/>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54"/>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54"/>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54"/>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54"/>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54"/>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54"/>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54"/>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54"/>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54"/>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54"/>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54"/>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54"/>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54"/>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54"/>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54"/>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54"/>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54"/>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54"/>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54"/>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54"/>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54"/>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54"/>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54"/>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54"/>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54"/>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54"/>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54"/>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54"/>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54"/>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54"/>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54"/>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54"/>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54"/>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54"/>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54"/>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54"/>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54"/>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54"/>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54"/>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54"/>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54"/>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54"/>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54"/>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54"/>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54"/>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54"/>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54"/>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54"/>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54"/>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54"/>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54"/>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54"/>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54"/>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54"/>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54"/>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54"/>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54"/>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54"/>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54"/>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54"/>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54"/>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54"/>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54"/>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54"/>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54"/>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54"/>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54"/>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54"/>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54"/>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54"/>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54"/>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54"/>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54"/>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54"/>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54"/>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54"/>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54"/>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54"/>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54"/>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54"/>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54"/>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54"/>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54"/>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54"/>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54"/>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54"/>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54"/>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54"/>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54"/>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54"/>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54"/>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54"/>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54"/>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54"/>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54"/>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54"/>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54"/>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54"/>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54"/>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54"/>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54"/>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54"/>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54"/>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54"/>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54"/>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54"/>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54"/>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54"/>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54"/>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54"/>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54"/>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54"/>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54"/>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54"/>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54"/>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54"/>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54"/>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54"/>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54"/>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54"/>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54"/>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54"/>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54"/>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54"/>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54"/>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54"/>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54"/>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54"/>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54"/>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54"/>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54"/>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54"/>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54"/>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54"/>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54"/>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54"/>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54"/>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54"/>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54"/>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54"/>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54"/>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54"/>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54"/>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54"/>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54"/>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54"/>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54"/>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54"/>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54"/>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54"/>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54"/>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54"/>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54"/>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54"/>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54"/>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54"/>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54"/>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54"/>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54"/>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54"/>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54"/>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54"/>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54"/>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54"/>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54"/>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54"/>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54"/>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54"/>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54"/>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54"/>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54"/>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54"/>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54"/>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54"/>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54"/>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54"/>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54"/>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54"/>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54"/>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54"/>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54"/>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54"/>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54"/>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54"/>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54"/>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54"/>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54"/>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54"/>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54"/>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54"/>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54"/>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54"/>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54"/>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54"/>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54"/>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54"/>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54"/>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54"/>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54"/>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54"/>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54"/>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54"/>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54"/>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54"/>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54"/>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54"/>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54"/>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54"/>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54"/>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54"/>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54"/>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54"/>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54"/>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54"/>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54"/>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54"/>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54"/>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54"/>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54"/>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54"/>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54"/>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54"/>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54"/>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54"/>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54"/>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54"/>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54"/>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54"/>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54"/>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54"/>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54"/>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54"/>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54"/>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54"/>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54"/>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54"/>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54"/>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54"/>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54"/>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54"/>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54"/>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54"/>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54"/>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54"/>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54"/>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54"/>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54"/>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54"/>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54"/>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54"/>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54"/>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54"/>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54"/>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54"/>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54"/>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54"/>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54"/>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54"/>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54"/>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54"/>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54"/>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54"/>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54"/>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54"/>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54"/>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54"/>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54"/>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54"/>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54"/>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54"/>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54"/>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54"/>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54"/>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54"/>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54"/>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54"/>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54"/>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54"/>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54"/>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54"/>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54"/>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54"/>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54"/>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54"/>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54"/>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54"/>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54"/>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54"/>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54"/>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54"/>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54"/>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54"/>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54"/>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54"/>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54"/>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54"/>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54"/>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54"/>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54"/>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54"/>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54"/>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54"/>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54"/>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54"/>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54"/>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54"/>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54"/>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54"/>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54"/>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54"/>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54"/>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54"/>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54"/>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54"/>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54"/>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54"/>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54"/>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54"/>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54"/>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54"/>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54"/>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54"/>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54"/>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54"/>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54"/>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54"/>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54"/>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54"/>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54"/>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54"/>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54"/>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54"/>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54"/>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54"/>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54"/>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54"/>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54"/>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54"/>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54"/>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54"/>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54"/>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54"/>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54"/>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54"/>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54"/>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54"/>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54"/>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54"/>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54"/>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54"/>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54"/>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54"/>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54"/>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54"/>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54"/>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54"/>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54"/>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54"/>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54"/>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54"/>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54"/>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54"/>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54"/>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54"/>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54"/>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54"/>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54"/>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54"/>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54"/>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54"/>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54"/>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54"/>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54"/>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54"/>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54"/>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54"/>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54"/>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54"/>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54"/>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54"/>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54"/>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54"/>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54"/>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54"/>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54"/>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54"/>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54"/>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54"/>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54"/>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54"/>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54"/>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54"/>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54"/>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54"/>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54"/>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54"/>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54"/>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54"/>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54"/>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54"/>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54"/>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6" name="Google Shape;6856;p54"/>
          <p:cNvGrpSpPr/>
          <p:nvPr/>
        </p:nvGrpSpPr>
        <p:grpSpPr>
          <a:xfrm>
            <a:off x="3450485" y="919691"/>
            <a:ext cx="2310381" cy="1488888"/>
            <a:chOff x="229225" y="549050"/>
            <a:chExt cx="7161750" cy="4615275"/>
          </a:xfrm>
        </p:grpSpPr>
        <p:sp>
          <p:nvSpPr>
            <p:cNvPr id="6857" name="Google Shape;6857;p54"/>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54"/>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54"/>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54"/>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54"/>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54"/>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54"/>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54"/>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54"/>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54"/>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54"/>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54"/>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54"/>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54"/>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54"/>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54"/>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54"/>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54"/>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54"/>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54"/>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54"/>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54"/>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54"/>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54"/>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54"/>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54"/>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54"/>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54"/>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54"/>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54"/>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54"/>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54"/>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54"/>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54"/>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54"/>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54"/>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54"/>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54"/>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54"/>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54"/>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54"/>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54"/>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54"/>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54"/>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54"/>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54"/>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54"/>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54"/>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54"/>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54"/>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54"/>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54"/>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54"/>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54"/>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54"/>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54"/>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54"/>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54"/>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54"/>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54"/>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54"/>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54"/>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54"/>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54"/>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54"/>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54"/>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54"/>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54"/>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54"/>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54"/>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54"/>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54"/>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54"/>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54"/>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54"/>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54"/>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54"/>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54"/>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54"/>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54"/>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54"/>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54"/>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54"/>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54"/>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54"/>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54"/>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54"/>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54"/>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54"/>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54"/>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54"/>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54"/>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54"/>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54"/>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54"/>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54"/>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54"/>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54"/>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54"/>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54"/>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54"/>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54"/>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54"/>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54"/>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54"/>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54"/>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54"/>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54"/>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54"/>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54"/>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54"/>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54"/>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54"/>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54"/>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54"/>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54"/>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54"/>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54"/>
          <p:cNvGrpSpPr/>
          <p:nvPr/>
        </p:nvGrpSpPr>
        <p:grpSpPr>
          <a:xfrm>
            <a:off x="3548403" y="2849588"/>
            <a:ext cx="2310282" cy="1374222"/>
            <a:chOff x="238125" y="732525"/>
            <a:chExt cx="7130500" cy="4241425"/>
          </a:xfrm>
        </p:grpSpPr>
        <p:sp>
          <p:nvSpPr>
            <p:cNvPr id="6975" name="Google Shape;6975;p54"/>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54"/>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54"/>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54"/>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54"/>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54"/>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54"/>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54"/>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54"/>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54"/>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54"/>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54"/>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54"/>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54"/>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54"/>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54"/>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54"/>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54"/>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54"/>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54"/>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54"/>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54"/>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54"/>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54"/>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54"/>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54"/>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54"/>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54"/>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54"/>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54"/>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54"/>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54"/>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54"/>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54"/>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54"/>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54"/>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54"/>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54"/>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54"/>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54"/>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54"/>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54"/>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54"/>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54"/>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54"/>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54"/>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54"/>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54"/>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54"/>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54"/>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54"/>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54"/>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54"/>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54"/>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54"/>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54"/>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54"/>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54"/>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54"/>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54"/>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54"/>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54"/>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54"/>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54"/>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54"/>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54"/>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54"/>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54"/>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54"/>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54"/>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54"/>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54"/>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54"/>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54"/>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54"/>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54"/>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54"/>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54"/>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54"/>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54"/>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54"/>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54"/>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54"/>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54"/>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54"/>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54"/>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54"/>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54"/>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54"/>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54"/>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54"/>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54"/>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54"/>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54"/>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54"/>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54"/>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54"/>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54"/>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54"/>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54"/>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54"/>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54"/>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54"/>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54"/>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54"/>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54"/>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54"/>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54"/>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54"/>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54"/>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54"/>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54"/>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54"/>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54"/>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092"/>
        <p:cNvGrpSpPr/>
        <p:nvPr/>
      </p:nvGrpSpPr>
      <p:grpSpPr>
        <a:xfrm>
          <a:off x="0" y="0"/>
          <a:ext cx="0" cy="0"/>
          <a:chOff x="0" y="0"/>
          <a:chExt cx="0" cy="0"/>
        </a:xfrm>
      </p:grpSpPr>
      <p:grpSp>
        <p:nvGrpSpPr>
          <p:cNvPr id="7093" name="Google Shape;7093;p55"/>
          <p:cNvGrpSpPr/>
          <p:nvPr/>
        </p:nvGrpSpPr>
        <p:grpSpPr>
          <a:xfrm>
            <a:off x="2100560" y="3398663"/>
            <a:ext cx="1102891" cy="760337"/>
            <a:chOff x="4967783" y="2151471"/>
            <a:chExt cx="3920692" cy="2702940"/>
          </a:xfrm>
        </p:grpSpPr>
        <p:grpSp>
          <p:nvGrpSpPr>
            <p:cNvPr id="7094" name="Google Shape;7094;p55"/>
            <p:cNvGrpSpPr/>
            <p:nvPr/>
          </p:nvGrpSpPr>
          <p:grpSpPr>
            <a:xfrm>
              <a:off x="5045709" y="2252109"/>
              <a:ext cx="3761071" cy="2501708"/>
              <a:chOff x="2691784" y="1805334"/>
              <a:chExt cx="3761071" cy="2501708"/>
            </a:xfrm>
          </p:grpSpPr>
          <p:sp>
            <p:nvSpPr>
              <p:cNvPr id="7095" name="Google Shape;7095;p55"/>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55"/>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55"/>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55"/>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55"/>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55"/>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55"/>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2" name="Google Shape;7102;p55"/>
            <p:cNvGrpSpPr/>
            <p:nvPr/>
          </p:nvGrpSpPr>
          <p:grpSpPr>
            <a:xfrm>
              <a:off x="4967783" y="2151471"/>
              <a:ext cx="3920692" cy="2702940"/>
              <a:chOff x="2613858" y="1704696"/>
              <a:chExt cx="3920692" cy="2702940"/>
            </a:xfrm>
          </p:grpSpPr>
          <p:sp>
            <p:nvSpPr>
              <p:cNvPr id="7103" name="Google Shape;7103;p55"/>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55"/>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55"/>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55"/>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55"/>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08" name="Google Shape;7108;p55"/>
          <p:cNvGrpSpPr/>
          <p:nvPr/>
        </p:nvGrpSpPr>
        <p:grpSpPr>
          <a:xfrm>
            <a:off x="3504468" y="1286940"/>
            <a:ext cx="1561911" cy="708580"/>
            <a:chOff x="3530532" y="1496185"/>
            <a:chExt cx="1561911" cy="708580"/>
          </a:xfrm>
        </p:grpSpPr>
        <p:grpSp>
          <p:nvGrpSpPr>
            <p:cNvPr id="7109" name="Google Shape;7109;p55"/>
            <p:cNvGrpSpPr/>
            <p:nvPr/>
          </p:nvGrpSpPr>
          <p:grpSpPr>
            <a:xfrm>
              <a:off x="3720318" y="1857562"/>
              <a:ext cx="1372125" cy="54"/>
              <a:chOff x="3720318" y="1857562"/>
              <a:chExt cx="1372125" cy="54"/>
            </a:xfrm>
          </p:grpSpPr>
          <p:cxnSp>
            <p:nvCxnSpPr>
              <p:cNvPr id="7110" name="Google Shape;7110;p55"/>
              <p:cNvCxnSpPr>
                <a:endCxn id="7111"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112" name="Google Shape;7112;p55"/>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113" name="Google Shape;7113;p55"/>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114" name="Google Shape;7114;p55"/>
              <p:cNvCxnSpPr>
                <a:stCxn id="7111"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7115" name="Google Shape;7115;p55"/>
            <p:cNvGrpSpPr/>
            <p:nvPr/>
          </p:nvGrpSpPr>
          <p:grpSpPr>
            <a:xfrm>
              <a:off x="3567462" y="1496185"/>
              <a:ext cx="286500" cy="272914"/>
              <a:chOff x="3567462" y="1496185"/>
              <a:chExt cx="286500" cy="272914"/>
            </a:xfrm>
          </p:grpSpPr>
          <p:cxnSp>
            <p:nvCxnSpPr>
              <p:cNvPr id="7116" name="Google Shape;7116;p55"/>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7117" name="Google Shape;7117;p55"/>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18" name="Google Shape;7118;p55"/>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55"/>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20" name="Google Shape;7120;p55"/>
            <p:cNvGrpSpPr/>
            <p:nvPr/>
          </p:nvGrpSpPr>
          <p:grpSpPr>
            <a:xfrm>
              <a:off x="3929014" y="1960574"/>
              <a:ext cx="286500" cy="242342"/>
              <a:chOff x="3929014" y="1960574"/>
              <a:chExt cx="286500" cy="242342"/>
            </a:xfrm>
          </p:grpSpPr>
          <p:cxnSp>
            <p:nvCxnSpPr>
              <p:cNvPr id="7121" name="Google Shape;7121;p55"/>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7122" name="Google Shape;7122;p55"/>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3" name="Google Shape;7123;p55"/>
            <p:cNvGrpSpPr/>
            <p:nvPr/>
          </p:nvGrpSpPr>
          <p:grpSpPr>
            <a:xfrm>
              <a:off x="4290828" y="1496185"/>
              <a:ext cx="286500" cy="272914"/>
              <a:chOff x="4290828" y="1496185"/>
              <a:chExt cx="286500" cy="272914"/>
            </a:xfrm>
          </p:grpSpPr>
          <p:cxnSp>
            <p:nvCxnSpPr>
              <p:cNvPr id="7124" name="Google Shape;7124;p55"/>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7125" name="Google Shape;7125;p55"/>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26" name="Google Shape;7126;p55"/>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55"/>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27" name="Google Shape;7127;p55"/>
            <p:cNvGrpSpPr/>
            <p:nvPr/>
          </p:nvGrpSpPr>
          <p:grpSpPr>
            <a:xfrm>
              <a:off x="4657726" y="1959674"/>
              <a:ext cx="286500" cy="245092"/>
              <a:chOff x="4657726" y="1959674"/>
              <a:chExt cx="286500" cy="245092"/>
            </a:xfrm>
          </p:grpSpPr>
          <p:cxnSp>
            <p:nvCxnSpPr>
              <p:cNvPr id="7128" name="Google Shape;7128;p55"/>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7129" name="Google Shape;7129;p55"/>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30" name="Google Shape;7130;p55"/>
          <p:cNvGrpSpPr/>
          <p:nvPr/>
        </p:nvGrpSpPr>
        <p:grpSpPr>
          <a:xfrm>
            <a:off x="3486488" y="2149036"/>
            <a:ext cx="1597032" cy="378649"/>
            <a:chOff x="3512551" y="2358282"/>
            <a:chExt cx="1597032" cy="378649"/>
          </a:xfrm>
        </p:grpSpPr>
        <p:grpSp>
          <p:nvGrpSpPr>
            <p:cNvPr id="7131" name="Google Shape;7131;p55"/>
            <p:cNvGrpSpPr/>
            <p:nvPr/>
          </p:nvGrpSpPr>
          <p:grpSpPr>
            <a:xfrm>
              <a:off x="3738198" y="2553002"/>
              <a:ext cx="1145834" cy="117"/>
              <a:chOff x="3738198" y="2553002"/>
              <a:chExt cx="1145834" cy="117"/>
            </a:xfrm>
          </p:grpSpPr>
          <p:cxnSp>
            <p:nvCxnSpPr>
              <p:cNvPr id="7132" name="Google Shape;7132;p55"/>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7133" name="Google Shape;7133;p55"/>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7134" name="Google Shape;7134;p55"/>
              <p:cNvCxnSpPr>
                <a:stCxn id="7135" idx="6"/>
                <a:endCxn id="7136"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7137" name="Google Shape;7137;p55"/>
            <p:cNvGrpSpPr/>
            <p:nvPr/>
          </p:nvGrpSpPr>
          <p:grpSpPr>
            <a:xfrm>
              <a:off x="3969644" y="2440153"/>
              <a:ext cx="225900" cy="296779"/>
              <a:chOff x="3969644" y="2440153"/>
              <a:chExt cx="225900" cy="296779"/>
            </a:xfrm>
          </p:grpSpPr>
          <p:cxnSp>
            <p:nvCxnSpPr>
              <p:cNvPr id="7138" name="Google Shape;7138;p55"/>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7136" name="Google Shape;7136;p55"/>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55"/>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0" name="Google Shape;7140;p55"/>
            <p:cNvGrpSpPr/>
            <p:nvPr/>
          </p:nvGrpSpPr>
          <p:grpSpPr>
            <a:xfrm>
              <a:off x="4426818" y="2358282"/>
              <a:ext cx="225600" cy="307471"/>
              <a:chOff x="4426818" y="2358282"/>
              <a:chExt cx="225600" cy="307471"/>
            </a:xfrm>
          </p:grpSpPr>
          <p:cxnSp>
            <p:nvCxnSpPr>
              <p:cNvPr id="7141" name="Google Shape;7141;p55"/>
              <p:cNvCxnSpPr>
                <a:stCxn id="7142"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7143" name="Google Shape;7143;p55"/>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55"/>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4" name="Google Shape;7144;p55"/>
            <p:cNvGrpSpPr/>
            <p:nvPr/>
          </p:nvGrpSpPr>
          <p:grpSpPr>
            <a:xfrm>
              <a:off x="4883984" y="2440153"/>
              <a:ext cx="225600" cy="296479"/>
              <a:chOff x="4883984" y="2440153"/>
              <a:chExt cx="225600" cy="296479"/>
            </a:xfrm>
          </p:grpSpPr>
          <p:cxnSp>
            <p:nvCxnSpPr>
              <p:cNvPr id="7145" name="Google Shape;7145;p55"/>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7146" name="Google Shape;7146;p55"/>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55"/>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8" name="Google Shape;7148;p55"/>
            <p:cNvGrpSpPr/>
            <p:nvPr/>
          </p:nvGrpSpPr>
          <p:grpSpPr>
            <a:xfrm>
              <a:off x="3512551" y="2358356"/>
              <a:ext cx="225647" cy="307629"/>
              <a:chOff x="2182679" y="2005014"/>
              <a:chExt cx="792300" cy="1080158"/>
            </a:xfrm>
          </p:grpSpPr>
          <p:cxnSp>
            <p:nvCxnSpPr>
              <p:cNvPr id="7149" name="Google Shape;7149;p55"/>
              <p:cNvCxnSpPr>
                <a:stCxn id="7150"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7135" name="Google Shape;7135;p55"/>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55"/>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1" name="Google Shape;7151;p55"/>
          <p:cNvGrpSpPr/>
          <p:nvPr/>
        </p:nvGrpSpPr>
        <p:grpSpPr>
          <a:xfrm>
            <a:off x="6846570" y="972834"/>
            <a:ext cx="1559809" cy="722610"/>
            <a:chOff x="634175" y="2986275"/>
            <a:chExt cx="3147949" cy="1458344"/>
          </a:xfrm>
        </p:grpSpPr>
        <p:cxnSp>
          <p:nvCxnSpPr>
            <p:cNvPr id="7152" name="Google Shape;7152;p55"/>
            <p:cNvCxnSpPr>
              <a:stCxn id="7153" idx="4"/>
              <a:endCxn id="7154"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7155" name="Google Shape;7155;p55"/>
            <p:cNvCxnSpPr>
              <a:stCxn id="7154" idx="0"/>
              <a:endCxn id="7156"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7157" name="Google Shape;7157;p55"/>
            <p:cNvCxnSpPr>
              <a:stCxn id="7156" idx="4"/>
              <a:endCxn id="7158"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7159" name="Google Shape;7159;p55"/>
            <p:cNvCxnSpPr>
              <a:stCxn id="7158" idx="0"/>
              <a:endCxn id="7160"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7160" name="Google Shape;7160;p55"/>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6" name="Google Shape;7156;p55"/>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3" name="Google Shape;7153;p55"/>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8" name="Google Shape;7158;p55"/>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4" name="Google Shape;7154;p55"/>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7161" name="Google Shape;7161;p55"/>
          <p:cNvGrpSpPr/>
          <p:nvPr/>
        </p:nvGrpSpPr>
        <p:grpSpPr>
          <a:xfrm>
            <a:off x="3500360" y="2682741"/>
            <a:ext cx="1570719" cy="294123"/>
            <a:chOff x="998425" y="1182125"/>
            <a:chExt cx="1065400" cy="199500"/>
          </a:xfrm>
        </p:grpSpPr>
        <p:sp>
          <p:nvSpPr>
            <p:cNvPr id="7162" name="Google Shape;7162;p55"/>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55"/>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55"/>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55"/>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55"/>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7" name="Google Shape;7167;p55"/>
          <p:cNvGrpSpPr/>
          <p:nvPr/>
        </p:nvGrpSpPr>
        <p:grpSpPr>
          <a:xfrm>
            <a:off x="6843616" y="1800228"/>
            <a:ext cx="1565716" cy="366729"/>
            <a:chOff x="1247650" y="2075423"/>
            <a:chExt cx="6648477" cy="1557238"/>
          </a:xfrm>
        </p:grpSpPr>
        <p:sp>
          <p:nvSpPr>
            <p:cNvPr id="7168" name="Google Shape;7168;p55"/>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55"/>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55"/>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55"/>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55"/>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55"/>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4" name="Google Shape;7174;p55"/>
          <p:cNvGrpSpPr/>
          <p:nvPr/>
        </p:nvGrpSpPr>
        <p:grpSpPr>
          <a:xfrm>
            <a:off x="6827928" y="2949043"/>
            <a:ext cx="1597061" cy="663440"/>
            <a:chOff x="6796238" y="3158297"/>
            <a:chExt cx="1630319" cy="677257"/>
          </a:xfrm>
        </p:grpSpPr>
        <p:cxnSp>
          <p:nvCxnSpPr>
            <p:cNvPr id="7175" name="Google Shape;7175;p55"/>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7176" name="Google Shape;7176;p55"/>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7177" name="Google Shape;7177;p55"/>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7178" name="Google Shape;7178;p55"/>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7179" name="Google Shape;7179;p55"/>
            <p:cNvGrpSpPr/>
            <p:nvPr/>
          </p:nvGrpSpPr>
          <p:grpSpPr>
            <a:xfrm>
              <a:off x="6796238" y="3311904"/>
              <a:ext cx="1630319" cy="377697"/>
              <a:chOff x="6796238" y="3311904"/>
              <a:chExt cx="1630319" cy="377697"/>
            </a:xfrm>
          </p:grpSpPr>
          <p:sp>
            <p:nvSpPr>
              <p:cNvPr id="7180" name="Google Shape;7180;p55"/>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55"/>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55"/>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83" name="Google Shape;7183;p55"/>
          <p:cNvGrpSpPr/>
          <p:nvPr/>
        </p:nvGrpSpPr>
        <p:grpSpPr>
          <a:xfrm>
            <a:off x="5349066" y="970435"/>
            <a:ext cx="1368606" cy="1593805"/>
            <a:chOff x="1839112" y="2209163"/>
            <a:chExt cx="1918159" cy="2233784"/>
          </a:xfrm>
        </p:grpSpPr>
        <p:sp>
          <p:nvSpPr>
            <p:cNvPr id="7184" name="Google Shape;7184;p55"/>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55"/>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55"/>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87" name="Google Shape;7187;p55"/>
            <p:cNvCxnSpPr>
              <a:stCxn id="7184" idx="6"/>
              <a:endCxn id="7185"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7188" name="Google Shape;7188;p55"/>
            <p:cNvCxnSpPr>
              <a:stCxn id="7185" idx="4"/>
              <a:endCxn id="7189"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7190" name="Google Shape;7190;p55"/>
            <p:cNvCxnSpPr>
              <a:stCxn id="7189" idx="6"/>
              <a:endCxn id="7186"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7191" name="Google Shape;7191;p55"/>
            <p:cNvCxnSpPr>
              <a:stCxn id="7186" idx="4"/>
              <a:endCxn id="7192"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7189" name="Google Shape;7189;p55"/>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55"/>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55"/>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94" name="Google Shape;7194;p55"/>
            <p:cNvCxnSpPr>
              <a:endCxn id="7193"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7195" name="Google Shape;7195;p55"/>
          <p:cNvGrpSpPr/>
          <p:nvPr/>
        </p:nvGrpSpPr>
        <p:grpSpPr>
          <a:xfrm>
            <a:off x="3481439" y="976671"/>
            <a:ext cx="1637968" cy="154942"/>
            <a:chOff x="238125" y="2506075"/>
            <a:chExt cx="7115411" cy="673075"/>
          </a:xfrm>
        </p:grpSpPr>
        <p:sp>
          <p:nvSpPr>
            <p:cNvPr id="7196" name="Google Shape;7196;p55"/>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55"/>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55"/>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55"/>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55"/>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1" name="Google Shape;7201;p55"/>
          <p:cNvGrpSpPr/>
          <p:nvPr/>
        </p:nvGrpSpPr>
        <p:grpSpPr>
          <a:xfrm>
            <a:off x="720124" y="1298269"/>
            <a:ext cx="2476762" cy="91743"/>
            <a:chOff x="1464850" y="436376"/>
            <a:chExt cx="6001362" cy="222300"/>
          </a:xfrm>
        </p:grpSpPr>
        <p:sp>
          <p:nvSpPr>
            <p:cNvPr id="7202" name="Google Shape;7202;p55"/>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55"/>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55"/>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55"/>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55"/>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07" name="Google Shape;7207;p55"/>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208" name="Google Shape;7208;p55"/>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209" name="Google Shape;7209;p55"/>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210" name="Google Shape;7210;p55"/>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7211" name="Google Shape;7211;p55"/>
          <p:cNvGrpSpPr/>
          <p:nvPr/>
        </p:nvGrpSpPr>
        <p:grpSpPr>
          <a:xfrm>
            <a:off x="706391" y="2533734"/>
            <a:ext cx="1452710" cy="651923"/>
            <a:chOff x="803162" y="2667727"/>
            <a:chExt cx="1411906" cy="633611"/>
          </a:xfrm>
        </p:grpSpPr>
        <p:cxnSp>
          <p:nvCxnSpPr>
            <p:cNvPr id="7212" name="Google Shape;7212;p55"/>
            <p:cNvCxnSpPr>
              <a:stCxn id="7213" idx="2"/>
              <a:endCxn id="7214"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15" name="Google Shape;7215;p55"/>
            <p:cNvCxnSpPr>
              <a:stCxn id="7216" idx="0"/>
              <a:endCxn id="7213"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17" name="Google Shape;7217;p55"/>
            <p:cNvCxnSpPr>
              <a:stCxn id="7216" idx="2"/>
              <a:endCxn id="7218"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19" name="Google Shape;7219;p55"/>
            <p:cNvCxnSpPr>
              <a:stCxn id="7220" idx="0"/>
              <a:endCxn id="7216"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21" name="Google Shape;7221;p55"/>
            <p:cNvCxnSpPr>
              <a:stCxn id="7214" idx="2"/>
              <a:endCxn id="7222"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23" name="Google Shape;7223;p55"/>
            <p:cNvCxnSpPr>
              <a:stCxn id="7224" idx="0"/>
              <a:endCxn id="7214"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7220" name="Google Shape;7220;p55"/>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8" name="Google Shape;7218;p55"/>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24" name="Google Shape;7224;p55"/>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22" name="Google Shape;7222;p55"/>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4" name="Google Shape;7214;p55"/>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6" name="Google Shape;7216;p55"/>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3" name="Google Shape;7213;p55"/>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7225" name="Google Shape;7225;p55"/>
          <p:cNvGrpSpPr/>
          <p:nvPr/>
        </p:nvGrpSpPr>
        <p:grpSpPr>
          <a:xfrm>
            <a:off x="706393" y="969273"/>
            <a:ext cx="2518541" cy="209309"/>
            <a:chOff x="803163" y="1111966"/>
            <a:chExt cx="2447800" cy="203430"/>
          </a:xfrm>
        </p:grpSpPr>
        <p:grpSp>
          <p:nvGrpSpPr>
            <p:cNvPr id="7226" name="Google Shape;7226;p55"/>
            <p:cNvGrpSpPr/>
            <p:nvPr/>
          </p:nvGrpSpPr>
          <p:grpSpPr>
            <a:xfrm>
              <a:off x="1958180" y="1111966"/>
              <a:ext cx="588019" cy="121396"/>
              <a:chOff x="4808316" y="2800065"/>
              <a:chExt cx="1999386" cy="412910"/>
            </a:xfrm>
          </p:grpSpPr>
          <p:sp>
            <p:nvSpPr>
              <p:cNvPr id="7227" name="Google Shape;7227;p55"/>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28" name="Google Shape;7228;p55"/>
              <p:cNvGrpSpPr/>
              <p:nvPr/>
            </p:nvGrpSpPr>
            <p:grpSpPr>
              <a:xfrm>
                <a:off x="4808316" y="2800065"/>
                <a:ext cx="92400" cy="411825"/>
                <a:chOff x="845575" y="2563700"/>
                <a:chExt cx="92400" cy="411825"/>
              </a:xfrm>
            </p:grpSpPr>
            <p:cxnSp>
              <p:nvCxnSpPr>
                <p:cNvPr id="7229" name="Google Shape;7229;p55"/>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30" name="Google Shape;7230;p55"/>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7231" name="Google Shape;7231;p55"/>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7232" name="Google Shape;7232;p55"/>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3" name="Google Shape;7233;p55"/>
            <p:cNvGrpSpPr/>
            <p:nvPr/>
          </p:nvGrpSpPr>
          <p:grpSpPr>
            <a:xfrm>
              <a:off x="803163" y="1111974"/>
              <a:ext cx="591158" cy="121545"/>
              <a:chOff x="803163" y="1111974"/>
              <a:chExt cx="591158" cy="121545"/>
            </a:xfrm>
          </p:grpSpPr>
          <p:grpSp>
            <p:nvGrpSpPr>
              <p:cNvPr id="7234" name="Google Shape;7234;p55"/>
              <p:cNvGrpSpPr/>
              <p:nvPr/>
            </p:nvGrpSpPr>
            <p:grpSpPr>
              <a:xfrm>
                <a:off x="803163" y="1111974"/>
                <a:ext cx="27175" cy="121077"/>
                <a:chOff x="845575" y="2563700"/>
                <a:chExt cx="92400" cy="411825"/>
              </a:xfrm>
            </p:grpSpPr>
            <p:cxnSp>
              <p:nvCxnSpPr>
                <p:cNvPr id="7235" name="Google Shape;7235;p55"/>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36" name="Google Shape;7236;p55"/>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7" name="Google Shape;7237;p55"/>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8" name="Google Shape;7238;p55"/>
            <p:cNvGrpSpPr/>
            <p:nvPr/>
          </p:nvGrpSpPr>
          <p:grpSpPr>
            <a:xfrm>
              <a:off x="1381910" y="1194219"/>
              <a:ext cx="588341" cy="121177"/>
              <a:chOff x="1381910" y="1194219"/>
              <a:chExt cx="588341" cy="121177"/>
            </a:xfrm>
          </p:grpSpPr>
          <p:grpSp>
            <p:nvGrpSpPr>
              <p:cNvPr id="7239" name="Google Shape;7239;p55"/>
              <p:cNvGrpSpPr/>
              <p:nvPr/>
            </p:nvGrpSpPr>
            <p:grpSpPr>
              <a:xfrm rot="10800000">
                <a:off x="1381910" y="1194319"/>
                <a:ext cx="27175" cy="121077"/>
                <a:chOff x="2070100" y="2563700"/>
                <a:chExt cx="92400" cy="411825"/>
              </a:xfrm>
            </p:grpSpPr>
            <p:cxnSp>
              <p:nvCxnSpPr>
                <p:cNvPr id="7240" name="Google Shape;7240;p55"/>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41" name="Google Shape;7241;p55"/>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42" name="Google Shape;7242;p55"/>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3" name="Google Shape;7243;p55"/>
            <p:cNvGrpSpPr/>
            <p:nvPr/>
          </p:nvGrpSpPr>
          <p:grpSpPr>
            <a:xfrm>
              <a:off x="2532079" y="1194219"/>
              <a:ext cx="704927" cy="121177"/>
              <a:chOff x="2532079" y="1194219"/>
              <a:chExt cx="704927" cy="121177"/>
            </a:xfrm>
          </p:grpSpPr>
          <p:grpSp>
            <p:nvGrpSpPr>
              <p:cNvPr id="7244" name="Google Shape;7244;p55"/>
              <p:cNvGrpSpPr/>
              <p:nvPr/>
            </p:nvGrpSpPr>
            <p:grpSpPr>
              <a:xfrm rot="10800000">
                <a:off x="2532079" y="1194319"/>
                <a:ext cx="27175" cy="121077"/>
                <a:chOff x="2070100" y="2563700"/>
                <a:chExt cx="92400" cy="411825"/>
              </a:xfrm>
            </p:grpSpPr>
            <p:cxnSp>
              <p:nvCxnSpPr>
                <p:cNvPr id="7245" name="Google Shape;7245;p55"/>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46" name="Google Shape;7246;p55"/>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47" name="Google Shape;7247;p55"/>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48" name="Google Shape;7248;p55"/>
          <p:cNvGrpSpPr/>
          <p:nvPr/>
        </p:nvGrpSpPr>
        <p:grpSpPr>
          <a:xfrm>
            <a:off x="3499403" y="3665904"/>
            <a:ext cx="1567778" cy="491677"/>
            <a:chOff x="5194708" y="3484366"/>
            <a:chExt cx="3148148" cy="987304"/>
          </a:xfrm>
        </p:grpSpPr>
        <p:grpSp>
          <p:nvGrpSpPr>
            <p:cNvPr id="7249" name="Google Shape;7249;p55"/>
            <p:cNvGrpSpPr/>
            <p:nvPr/>
          </p:nvGrpSpPr>
          <p:grpSpPr>
            <a:xfrm>
              <a:off x="7531521" y="3484366"/>
              <a:ext cx="811335" cy="987304"/>
              <a:chOff x="3379425" y="1617275"/>
              <a:chExt cx="1090650" cy="1327200"/>
            </a:xfrm>
          </p:grpSpPr>
          <p:sp>
            <p:nvSpPr>
              <p:cNvPr id="7250" name="Google Shape;7250;p55"/>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55"/>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55"/>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3" name="Google Shape;7253;p55"/>
            <p:cNvGrpSpPr/>
            <p:nvPr/>
          </p:nvGrpSpPr>
          <p:grpSpPr>
            <a:xfrm>
              <a:off x="6752546" y="3484366"/>
              <a:ext cx="811428" cy="987304"/>
              <a:chOff x="2332275" y="1617275"/>
              <a:chExt cx="1090775" cy="1327200"/>
            </a:xfrm>
          </p:grpSpPr>
          <p:sp>
            <p:nvSpPr>
              <p:cNvPr id="7254" name="Google Shape;7254;p55"/>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55"/>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55"/>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7" name="Google Shape;7257;p55"/>
            <p:cNvGrpSpPr/>
            <p:nvPr/>
          </p:nvGrpSpPr>
          <p:grpSpPr>
            <a:xfrm>
              <a:off x="5973664" y="3484366"/>
              <a:ext cx="811335" cy="987304"/>
              <a:chOff x="1285250" y="1617275"/>
              <a:chExt cx="1090650" cy="1327200"/>
            </a:xfrm>
          </p:grpSpPr>
          <p:sp>
            <p:nvSpPr>
              <p:cNvPr id="7258" name="Google Shape;7258;p55"/>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55"/>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55"/>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55"/>
            <p:cNvGrpSpPr/>
            <p:nvPr/>
          </p:nvGrpSpPr>
          <p:grpSpPr>
            <a:xfrm>
              <a:off x="5194708" y="3484366"/>
              <a:ext cx="811409" cy="987304"/>
              <a:chOff x="238125" y="1617275"/>
              <a:chExt cx="1090750" cy="1327200"/>
            </a:xfrm>
          </p:grpSpPr>
          <p:sp>
            <p:nvSpPr>
              <p:cNvPr id="7262" name="Google Shape;7262;p55"/>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55"/>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55"/>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65" name="Google Shape;7265;p55"/>
          <p:cNvGrpSpPr/>
          <p:nvPr/>
        </p:nvGrpSpPr>
        <p:grpSpPr>
          <a:xfrm>
            <a:off x="3460012" y="3146315"/>
            <a:ext cx="1616964" cy="346256"/>
            <a:chOff x="1808063" y="4294338"/>
            <a:chExt cx="3370782" cy="721817"/>
          </a:xfrm>
        </p:grpSpPr>
        <p:sp>
          <p:nvSpPr>
            <p:cNvPr id="7266" name="Google Shape;7266;p55"/>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55"/>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55"/>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55"/>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55"/>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55"/>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55"/>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55"/>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55"/>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55"/>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6" name="Google Shape;7276;p55"/>
          <p:cNvGrpSpPr/>
          <p:nvPr/>
        </p:nvGrpSpPr>
        <p:grpSpPr>
          <a:xfrm>
            <a:off x="738224" y="3432344"/>
            <a:ext cx="1295882" cy="646587"/>
            <a:chOff x="834100" y="3642869"/>
            <a:chExt cx="1259483" cy="628426"/>
          </a:xfrm>
        </p:grpSpPr>
        <p:sp>
          <p:nvSpPr>
            <p:cNvPr id="7277" name="Google Shape;7277;p55"/>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55"/>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55"/>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55"/>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55"/>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55"/>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55"/>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55"/>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55"/>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55"/>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55"/>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55"/>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55"/>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55"/>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55"/>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55"/>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55"/>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55"/>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55"/>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55"/>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55"/>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55"/>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55"/>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55"/>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55"/>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2" name="Google Shape;7302;p55"/>
            <p:cNvGrpSpPr/>
            <p:nvPr/>
          </p:nvGrpSpPr>
          <p:grpSpPr>
            <a:xfrm>
              <a:off x="1360364" y="3847835"/>
              <a:ext cx="208119" cy="224359"/>
              <a:chOff x="1360769" y="3847100"/>
              <a:chExt cx="208119" cy="224359"/>
            </a:xfrm>
          </p:grpSpPr>
          <p:sp>
            <p:nvSpPr>
              <p:cNvPr id="7303" name="Google Shape;7303;p55"/>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55"/>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55"/>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55"/>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55"/>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55"/>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55"/>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55"/>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55"/>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55"/>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55"/>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55"/>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55"/>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55"/>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55"/>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55"/>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55"/>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55"/>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55"/>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55"/>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23" name="Google Shape;7323;p55"/>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55"/>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55"/>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55"/>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55"/>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55"/>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55"/>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55"/>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55"/>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55"/>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55"/>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55"/>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55"/>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55"/>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7" name="Google Shape;7337;p55"/>
          <p:cNvGrpSpPr/>
          <p:nvPr/>
        </p:nvGrpSpPr>
        <p:grpSpPr>
          <a:xfrm rot="5400000">
            <a:off x="5951337" y="3228841"/>
            <a:ext cx="164064" cy="1414916"/>
            <a:chOff x="4428249" y="1369375"/>
            <a:chExt cx="36905" cy="429569"/>
          </a:xfrm>
        </p:grpSpPr>
        <p:sp>
          <p:nvSpPr>
            <p:cNvPr id="7338" name="Google Shape;7338;p55"/>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55"/>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55"/>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55"/>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55"/>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55"/>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55"/>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55"/>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55"/>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55"/>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55"/>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55"/>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55"/>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55"/>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55"/>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55"/>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55"/>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55"/>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55"/>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55"/>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55"/>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55"/>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55"/>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55"/>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55"/>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55"/>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55"/>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55"/>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55"/>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55"/>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55"/>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55"/>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0" name="Google Shape;7370;p55"/>
          <p:cNvGrpSpPr/>
          <p:nvPr/>
        </p:nvGrpSpPr>
        <p:grpSpPr>
          <a:xfrm rot="10800000" flipH="1">
            <a:off x="5323766" y="2817385"/>
            <a:ext cx="1419207" cy="24808"/>
            <a:chOff x="219558" y="4738465"/>
            <a:chExt cx="5852400" cy="102300"/>
          </a:xfrm>
        </p:grpSpPr>
        <p:cxnSp>
          <p:nvCxnSpPr>
            <p:cNvPr id="7371" name="Google Shape;7371;p55"/>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7372" name="Google Shape;7372;p55"/>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55"/>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55"/>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55"/>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55"/>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7" name="Google Shape;7377;p55"/>
          <p:cNvGrpSpPr/>
          <p:nvPr/>
        </p:nvGrpSpPr>
        <p:grpSpPr>
          <a:xfrm>
            <a:off x="5335084" y="3190448"/>
            <a:ext cx="1396570" cy="385016"/>
            <a:chOff x="5286284" y="2966544"/>
            <a:chExt cx="1396570" cy="385016"/>
          </a:xfrm>
        </p:grpSpPr>
        <p:cxnSp>
          <p:nvCxnSpPr>
            <p:cNvPr id="7378" name="Google Shape;7378;p55"/>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7379" name="Google Shape;7379;p55"/>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7380" name="Google Shape;7380;p55"/>
            <p:cNvGrpSpPr/>
            <p:nvPr/>
          </p:nvGrpSpPr>
          <p:grpSpPr>
            <a:xfrm>
              <a:off x="5287688" y="3173364"/>
              <a:ext cx="1395166" cy="74100"/>
              <a:chOff x="5287688" y="3173364"/>
              <a:chExt cx="1395166" cy="74100"/>
            </a:xfrm>
          </p:grpSpPr>
          <p:cxnSp>
            <p:nvCxnSpPr>
              <p:cNvPr id="7381" name="Google Shape;7381;p55"/>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7382" name="Google Shape;7382;p55"/>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7383" name="Google Shape;7383;p55"/>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4" name="Google Shape;7384;p55"/>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5" name="Google Shape;7385;p55"/>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6" name="Google Shape;7386;p55"/>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7" name="Google Shape;7387;p55"/>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8" name="Google Shape;7388;p55"/>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7389" name="Google Shape;7389;p55"/>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7390" name="Google Shape;7390;p55"/>
          <p:cNvGrpSpPr/>
          <p:nvPr/>
        </p:nvGrpSpPr>
        <p:grpSpPr>
          <a:xfrm>
            <a:off x="2021150" y="1609224"/>
            <a:ext cx="1182276" cy="662027"/>
            <a:chOff x="2029517" y="1732295"/>
            <a:chExt cx="1149068" cy="643432"/>
          </a:xfrm>
        </p:grpSpPr>
        <p:grpSp>
          <p:nvGrpSpPr>
            <p:cNvPr id="7391" name="Google Shape;7391;p55"/>
            <p:cNvGrpSpPr/>
            <p:nvPr/>
          </p:nvGrpSpPr>
          <p:grpSpPr>
            <a:xfrm>
              <a:off x="2708660" y="1746937"/>
              <a:ext cx="455427" cy="244429"/>
              <a:chOff x="2700693" y="1746937"/>
              <a:chExt cx="455427" cy="244429"/>
            </a:xfrm>
          </p:grpSpPr>
          <p:grpSp>
            <p:nvGrpSpPr>
              <p:cNvPr id="7392" name="Google Shape;7392;p55"/>
              <p:cNvGrpSpPr/>
              <p:nvPr/>
            </p:nvGrpSpPr>
            <p:grpSpPr>
              <a:xfrm>
                <a:off x="2905682" y="1782817"/>
                <a:ext cx="250438" cy="208549"/>
                <a:chOff x="2905682" y="1782817"/>
                <a:chExt cx="250438" cy="208549"/>
              </a:xfrm>
            </p:grpSpPr>
            <p:cxnSp>
              <p:nvCxnSpPr>
                <p:cNvPr id="7393" name="Google Shape;7393;p55"/>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394" name="Google Shape;7394;p55"/>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5" name="Google Shape;7395;p55"/>
              <p:cNvGrpSpPr/>
              <p:nvPr/>
            </p:nvGrpSpPr>
            <p:grpSpPr>
              <a:xfrm>
                <a:off x="2700693" y="1746937"/>
                <a:ext cx="449967" cy="72374"/>
                <a:chOff x="2700693" y="1746937"/>
                <a:chExt cx="449967" cy="72374"/>
              </a:xfrm>
            </p:grpSpPr>
            <p:cxnSp>
              <p:nvCxnSpPr>
                <p:cNvPr id="7396" name="Google Shape;7396;p55"/>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397" name="Google Shape;7397;p55"/>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98" name="Google Shape;7398;p55"/>
            <p:cNvGrpSpPr/>
            <p:nvPr/>
          </p:nvGrpSpPr>
          <p:grpSpPr>
            <a:xfrm>
              <a:off x="2029517" y="1732295"/>
              <a:ext cx="1149068" cy="643432"/>
              <a:chOff x="2029517" y="1732295"/>
              <a:chExt cx="1149068" cy="643432"/>
            </a:xfrm>
          </p:grpSpPr>
          <p:grpSp>
            <p:nvGrpSpPr>
              <p:cNvPr id="7399" name="Google Shape;7399;p55"/>
              <p:cNvGrpSpPr/>
              <p:nvPr/>
            </p:nvGrpSpPr>
            <p:grpSpPr>
              <a:xfrm>
                <a:off x="2703618" y="2103152"/>
                <a:ext cx="474966" cy="260017"/>
                <a:chOff x="2703618" y="2103152"/>
                <a:chExt cx="474966" cy="260017"/>
              </a:xfrm>
            </p:grpSpPr>
            <p:grpSp>
              <p:nvGrpSpPr>
                <p:cNvPr id="7400" name="Google Shape;7400;p55"/>
                <p:cNvGrpSpPr/>
                <p:nvPr/>
              </p:nvGrpSpPr>
              <p:grpSpPr>
                <a:xfrm>
                  <a:off x="2703618" y="2290640"/>
                  <a:ext cx="450291" cy="72529"/>
                  <a:chOff x="2703618" y="2290640"/>
                  <a:chExt cx="450291" cy="72529"/>
                </a:xfrm>
              </p:grpSpPr>
              <p:cxnSp>
                <p:nvCxnSpPr>
                  <p:cNvPr id="7401" name="Google Shape;7401;p55"/>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402" name="Google Shape;7402;p55"/>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3" name="Google Shape;7403;p55"/>
                <p:cNvGrpSpPr/>
                <p:nvPr/>
              </p:nvGrpSpPr>
              <p:grpSpPr>
                <a:xfrm>
                  <a:off x="2908607" y="2103152"/>
                  <a:ext cx="269977" cy="223538"/>
                  <a:chOff x="2908607" y="2103152"/>
                  <a:chExt cx="269977" cy="223538"/>
                </a:xfrm>
              </p:grpSpPr>
              <p:cxnSp>
                <p:nvCxnSpPr>
                  <p:cNvPr id="7404" name="Google Shape;7404;p55"/>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405" name="Google Shape;7405;p55"/>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06" name="Google Shape;7406;p55"/>
              <p:cNvGrpSpPr/>
              <p:nvPr/>
            </p:nvGrpSpPr>
            <p:grpSpPr>
              <a:xfrm>
                <a:off x="2029517" y="1732295"/>
                <a:ext cx="685827" cy="643432"/>
                <a:chOff x="2029517" y="1732295"/>
                <a:chExt cx="685827" cy="643432"/>
              </a:xfrm>
            </p:grpSpPr>
            <p:sp>
              <p:nvSpPr>
                <p:cNvPr id="7407" name="Google Shape;7407;p55"/>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8" name="Google Shape;7408;p55"/>
                <p:cNvGrpSpPr/>
                <p:nvPr/>
              </p:nvGrpSpPr>
              <p:grpSpPr>
                <a:xfrm>
                  <a:off x="2158948" y="1732295"/>
                  <a:ext cx="556396" cy="333108"/>
                  <a:chOff x="2158948" y="1732295"/>
                  <a:chExt cx="556396" cy="333108"/>
                </a:xfrm>
              </p:grpSpPr>
              <p:cxnSp>
                <p:nvCxnSpPr>
                  <p:cNvPr id="7409" name="Google Shape;7409;p55"/>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410" name="Google Shape;7410;p55"/>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55"/>
                <p:cNvGrpSpPr/>
                <p:nvPr/>
              </p:nvGrpSpPr>
              <p:grpSpPr>
                <a:xfrm>
                  <a:off x="2159908" y="2065057"/>
                  <a:ext cx="550884" cy="310670"/>
                  <a:chOff x="2159908" y="2065057"/>
                  <a:chExt cx="550884" cy="310670"/>
                </a:xfrm>
              </p:grpSpPr>
              <p:cxnSp>
                <p:nvCxnSpPr>
                  <p:cNvPr id="7412" name="Google Shape;7412;p55"/>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413" name="Google Shape;7413;p55"/>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7414" name="Google Shape;7414;p55"/>
          <p:cNvGrpSpPr/>
          <p:nvPr/>
        </p:nvGrpSpPr>
        <p:grpSpPr>
          <a:xfrm>
            <a:off x="706399" y="1556837"/>
            <a:ext cx="962651" cy="810058"/>
            <a:chOff x="844912" y="1681380"/>
            <a:chExt cx="935611" cy="787305"/>
          </a:xfrm>
        </p:grpSpPr>
        <p:grpSp>
          <p:nvGrpSpPr>
            <p:cNvPr id="7415" name="Google Shape;7415;p55"/>
            <p:cNvGrpSpPr/>
            <p:nvPr/>
          </p:nvGrpSpPr>
          <p:grpSpPr>
            <a:xfrm>
              <a:off x="844912" y="1819635"/>
              <a:ext cx="329836" cy="510016"/>
              <a:chOff x="844912" y="1819635"/>
              <a:chExt cx="329836" cy="510016"/>
            </a:xfrm>
          </p:grpSpPr>
          <p:sp>
            <p:nvSpPr>
              <p:cNvPr id="7416" name="Google Shape;7416;p55"/>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55"/>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55"/>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55"/>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55"/>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55"/>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2" name="Google Shape;7422;p55"/>
            <p:cNvGrpSpPr/>
            <p:nvPr/>
          </p:nvGrpSpPr>
          <p:grpSpPr>
            <a:xfrm>
              <a:off x="1284601" y="2158168"/>
              <a:ext cx="495923" cy="310517"/>
              <a:chOff x="1284601" y="2158168"/>
              <a:chExt cx="495923" cy="310517"/>
            </a:xfrm>
          </p:grpSpPr>
          <p:sp>
            <p:nvSpPr>
              <p:cNvPr id="7423" name="Google Shape;7423;p55"/>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24" name="Google Shape;7424;p55"/>
              <p:cNvGrpSpPr/>
              <p:nvPr/>
            </p:nvGrpSpPr>
            <p:grpSpPr>
              <a:xfrm>
                <a:off x="1507666" y="2158168"/>
                <a:ext cx="272858" cy="310517"/>
                <a:chOff x="1507666" y="2158168"/>
                <a:chExt cx="272858" cy="310517"/>
              </a:xfrm>
            </p:grpSpPr>
            <p:grpSp>
              <p:nvGrpSpPr>
                <p:cNvPr id="7425" name="Google Shape;7425;p55"/>
                <p:cNvGrpSpPr/>
                <p:nvPr/>
              </p:nvGrpSpPr>
              <p:grpSpPr>
                <a:xfrm>
                  <a:off x="1507666" y="2176104"/>
                  <a:ext cx="166395" cy="273149"/>
                  <a:chOff x="1507666" y="2176104"/>
                  <a:chExt cx="166395" cy="273149"/>
                </a:xfrm>
              </p:grpSpPr>
              <p:sp>
                <p:nvSpPr>
                  <p:cNvPr id="7426" name="Google Shape;7426;p55"/>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55"/>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55"/>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55"/>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55"/>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55"/>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55"/>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33" name="Google Shape;7433;p55"/>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55"/>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5" name="Google Shape;7435;p55"/>
            <p:cNvGrpSpPr/>
            <p:nvPr/>
          </p:nvGrpSpPr>
          <p:grpSpPr>
            <a:xfrm>
              <a:off x="1284601" y="1681380"/>
              <a:ext cx="495923" cy="310517"/>
              <a:chOff x="1284601" y="1681380"/>
              <a:chExt cx="495923" cy="310517"/>
            </a:xfrm>
          </p:grpSpPr>
          <p:sp>
            <p:nvSpPr>
              <p:cNvPr id="7436" name="Google Shape;7436;p55"/>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37" name="Google Shape;7437;p55"/>
              <p:cNvGrpSpPr/>
              <p:nvPr/>
            </p:nvGrpSpPr>
            <p:grpSpPr>
              <a:xfrm>
                <a:off x="1507666" y="1681380"/>
                <a:ext cx="272858" cy="310517"/>
                <a:chOff x="1507666" y="1681380"/>
                <a:chExt cx="272858" cy="310517"/>
              </a:xfrm>
            </p:grpSpPr>
            <p:grpSp>
              <p:nvGrpSpPr>
                <p:cNvPr id="7438" name="Google Shape;7438;p55"/>
                <p:cNvGrpSpPr/>
                <p:nvPr/>
              </p:nvGrpSpPr>
              <p:grpSpPr>
                <a:xfrm>
                  <a:off x="1507666" y="1700120"/>
                  <a:ext cx="166395" cy="272984"/>
                  <a:chOff x="1507666" y="1700120"/>
                  <a:chExt cx="166395" cy="272984"/>
                </a:xfrm>
              </p:grpSpPr>
              <p:sp>
                <p:nvSpPr>
                  <p:cNvPr id="7439" name="Google Shape;7439;p55"/>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55"/>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55"/>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55"/>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55"/>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55"/>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55"/>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46" name="Google Shape;7446;p55"/>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55"/>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448" name="Google Shape;7448;p55"/>
          <p:cNvGrpSpPr/>
          <p:nvPr/>
        </p:nvGrpSpPr>
        <p:grpSpPr>
          <a:xfrm>
            <a:off x="6815339" y="2324267"/>
            <a:ext cx="1622269" cy="552443"/>
            <a:chOff x="6894650" y="2574740"/>
            <a:chExt cx="1445100" cy="492111"/>
          </a:xfrm>
        </p:grpSpPr>
        <p:sp>
          <p:nvSpPr>
            <p:cNvPr id="7449" name="Google Shape;7449;p55"/>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55"/>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55"/>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55"/>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55"/>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54" name="Google Shape;7454;p55"/>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7455" name="Google Shape;7455;p55"/>
          <p:cNvGrpSpPr/>
          <p:nvPr/>
        </p:nvGrpSpPr>
        <p:grpSpPr>
          <a:xfrm>
            <a:off x="6834882" y="3698522"/>
            <a:ext cx="1583206" cy="475705"/>
            <a:chOff x="6953919" y="3907920"/>
            <a:chExt cx="1377300" cy="475705"/>
          </a:xfrm>
        </p:grpSpPr>
        <p:cxnSp>
          <p:nvCxnSpPr>
            <p:cNvPr id="7456" name="Google Shape;7456;p55"/>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457" name="Google Shape;7457;p55"/>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7458" name="Google Shape;7458;p55"/>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459" name="Google Shape;7459;p55"/>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7460" name="Google Shape;7460;p55"/>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7461" name="Google Shape;7461;p55"/>
          <p:cNvGrpSpPr/>
          <p:nvPr/>
        </p:nvGrpSpPr>
        <p:grpSpPr>
          <a:xfrm>
            <a:off x="2338470" y="2459668"/>
            <a:ext cx="836286" cy="824529"/>
            <a:chOff x="2389399" y="2595741"/>
            <a:chExt cx="812796" cy="801369"/>
          </a:xfrm>
        </p:grpSpPr>
        <p:grpSp>
          <p:nvGrpSpPr>
            <p:cNvPr id="7462" name="Google Shape;7462;p55"/>
            <p:cNvGrpSpPr/>
            <p:nvPr/>
          </p:nvGrpSpPr>
          <p:grpSpPr>
            <a:xfrm>
              <a:off x="2492145" y="2881565"/>
              <a:ext cx="607300" cy="229751"/>
              <a:chOff x="2492145" y="2881565"/>
              <a:chExt cx="607300" cy="229751"/>
            </a:xfrm>
          </p:grpSpPr>
          <p:sp>
            <p:nvSpPr>
              <p:cNvPr id="7463" name="Google Shape;7463;p55"/>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55"/>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55"/>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6" name="Google Shape;7466;p55"/>
            <p:cNvGrpSpPr/>
            <p:nvPr/>
          </p:nvGrpSpPr>
          <p:grpSpPr>
            <a:xfrm>
              <a:off x="2389399" y="2595741"/>
              <a:ext cx="812796" cy="296825"/>
              <a:chOff x="2389399" y="2595741"/>
              <a:chExt cx="812796" cy="296825"/>
            </a:xfrm>
          </p:grpSpPr>
          <p:grpSp>
            <p:nvGrpSpPr>
              <p:cNvPr id="7467" name="Google Shape;7467;p55"/>
              <p:cNvGrpSpPr/>
              <p:nvPr/>
            </p:nvGrpSpPr>
            <p:grpSpPr>
              <a:xfrm>
                <a:off x="2389399" y="2595741"/>
                <a:ext cx="363638" cy="296825"/>
                <a:chOff x="2389399" y="2595741"/>
                <a:chExt cx="363638" cy="296825"/>
              </a:xfrm>
            </p:grpSpPr>
            <p:grpSp>
              <p:nvGrpSpPr>
                <p:cNvPr id="7468" name="Google Shape;7468;p55"/>
                <p:cNvGrpSpPr/>
                <p:nvPr/>
              </p:nvGrpSpPr>
              <p:grpSpPr>
                <a:xfrm>
                  <a:off x="2493852" y="2794333"/>
                  <a:ext cx="259185" cy="98232"/>
                  <a:chOff x="2493852" y="2794333"/>
                  <a:chExt cx="259185" cy="98232"/>
                </a:xfrm>
              </p:grpSpPr>
              <p:sp>
                <p:nvSpPr>
                  <p:cNvPr id="7469" name="Google Shape;7469;p55"/>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55"/>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55"/>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2" name="Google Shape;7472;p55"/>
                <p:cNvGrpSpPr/>
                <p:nvPr/>
              </p:nvGrpSpPr>
              <p:grpSpPr>
                <a:xfrm>
                  <a:off x="2389399" y="2595741"/>
                  <a:ext cx="224343" cy="182054"/>
                  <a:chOff x="2389399" y="2595741"/>
                  <a:chExt cx="224343" cy="182054"/>
                </a:xfrm>
              </p:grpSpPr>
              <p:sp>
                <p:nvSpPr>
                  <p:cNvPr id="7473" name="Google Shape;7473;p55"/>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55"/>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75" name="Google Shape;7475;p55"/>
              <p:cNvGrpSpPr/>
              <p:nvPr/>
            </p:nvGrpSpPr>
            <p:grpSpPr>
              <a:xfrm>
                <a:off x="2683630" y="2595741"/>
                <a:ext cx="224334" cy="296825"/>
                <a:chOff x="2683630" y="2595741"/>
                <a:chExt cx="224334" cy="296825"/>
              </a:xfrm>
            </p:grpSpPr>
            <p:grpSp>
              <p:nvGrpSpPr>
                <p:cNvPr id="7476" name="Google Shape;7476;p55"/>
                <p:cNvGrpSpPr/>
                <p:nvPr/>
              </p:nvGrpSpPr>
              <p:grpSpPr>
                <a:xfrm>
                  <a:off x="2788083" y="2794333"/>
                  <a:ext cx="15356" cy="98232"/>
                  <a:chOff x="2788083" y="2794333"/>
                  <a:chExt cx="15356" cy="98232"/>
                </a:xfrm>
              </p:grpSpPr>
              <p:sp>
                <p:nvSpPr>
                  <p:cNvPr id="7477" name="Google Shape;7477;p55"/>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55"/>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55"/>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0" name="Google Shape;7480;p55"/>
                <p:cNvGrpSpPr/>
                <p:nvPr/>
              </p:nvGrpSpPr>
              <p:grpSpPr>
                <a:xfrm>
                  <a:off x="2683630" y="2595741"/>
                  <a:ext cx="224334" cy="182054"/>
                  <a:chOff x="2683630" y="2595741"/>
                  <a:chExt cx="224334" cy="182054"/>
                </a:xfrm>
              </p:grpSpPr>
              <p:sp>
                <p:nvSpPr>
                  <p:cNvPr id="7481" name="Google Shape;7481;p55"/>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55"/>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83" name="Google Shape;7483;p55"/>
              <p:cNvGrpSpPr/>
              <p:nvPr/>
            </p:nvGrpSpPr>
            <p:grpSpPr>
              <a:xfrm>
                <a:off x="2838475" y="2595741"/>
                <a:ext cx="363719" cy="296825"/>
                <a:chOff x="2838475" y="2595741"/>
                <a:chExt cx="363719" cy="296825"/>
              </a:xfrm>
            </p:grpSpPr>
            <p:grpSp>
              <p:nvGrpSpPr>
                <p:cNvPr id="7484" name="Google Shape;7484;p55"/>
                <p:cNvGrpSpPr/>
                <p:nvPr/>
              </p:nvGrpSpPr>
              <p:grpSpPr>
                <a:xfrm>
                  <a:off x="2838475" y="2794333"/>
                  <a:ext cx="259185" cy="98232"/>
                  <a:chOff x="2838475" y="2794333"/>
                  <a:chExt cx="259185" cy="98232"/>
                </a:xfrm>
              </p:grpSpPr>
              <p:sp>
                <p:nvSpPr>
                  <p:cNvPr id="7485" name="Google Shape;7485;p55"/>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55"/>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55"/>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8" name="Google Shape;7488;p55"/>
                <p:cNvGrpSpPr/>
                <p:nvPr/>
              </p:nvGrpSpPr>
              <p:grpSpPr>
                <a:xfrm>
                  <a:off x="2977852" y="2595741"/>
                  <a:ext cx="224343" cy="182054"/>
                  <a:chOff x="2977852" y="2595741"/>
                  <a:chExt cx="224343" cy="182054"/>
                </a:xfrm>
              </p:grpSpPr>
              <p:sp>
                <p:nvSpPr>
                  <p:cNvPr id="7489" name="Google Shape;7489;p55"/>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55"/>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491" name="Google Shape;7491;p55"/>
            <p:cNvGrpSpPr/>
            <p:nvPr/>
          </p:nvGrpSpPr>
          <p:grpSpPr>
            <a:xfrm>
              <a:off x="2389399" y="3100241"/>
              <a:ext cx="812796" cy="296869"/>
              <a:chOff x="2389399" y="3100241"/>
              <a:chExt cx="812796" cy="296869"/>
            </a:xfrm>
          </p:grpSpPr>
          <p:grpSp>
            <p:nvGrpSpPr>
              <p:cNvPr id="7492" name="Google Shape;7492;p55"/>
              <p:cNvGrpSpPr/>
              <p:nvPr/>
            </p:nvGrpSpPr>
            <p:grpSpPr>
              <a:xfrm>
                <a:off x="2683630" y="3100241"/>
                <a:ext cx="224334" cy="296869"/>
                <a:chOff x="2683630" y="3100241"/>
                <a:chExt cx="224334" cy="296869"/>
              </a:xfrm>
            </p:grpSpPr>
            <p:grpSp>
              <p:nvGrpSpPr>
                <p:cNvPr id="7493" name="Google Shape;7493;p55"/>
                <p:cNvGrpSpPr/>
                <p:nvPr/>
              </p:nvGrpSpPr>
              <p:grpSpPr>
                <a:xfrm>
                  <a:off x="2788083" y="3100241"/>
                  <a:ext cx="15356" cy="98237"/>
                  <a:chOff x="2788083" y="3100241"/>
                  <a:chExt cx="15356" cy="98237"/>
                </a:xfrm>
              </p:grpSpPr>
              <p:sp>
                <p:nvSpPr>
                  <p:cNvPr id="7494" name="Google Shape;7494;p55"/>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55"/>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55"/>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7" name="Google Shape;7497;p55"/>
                <p:cNvGrpSpPr/>
                <p:nvPr/>
              </p:nvGrpSpPr>
              <p:grpSpPr>
                <a:xfrm>
                  <a:off x="2683630" y="3215065"/>
                  <a:ext cx="224334" cy="182045"/>
                  <a:chOff x="2683630" y="3215065"/>
                  <a:chExt cx="224334" cy="182045"/>
                </a:xfrm>
              </p:grpSpPr>
              <p:sp>
                <p:nvSpPr>
                  <p:cNvPr id="7498" name="Google Shape;7498;p55"/>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55"/>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00" name="Google Shape;7500;p55"/>
              <p:cNvGrpSpPr/>
              <p:nvPr/>
            </p:nvGrpSpPr>
            <p:grpSpPr>
              <a:xfrm>
                <a:off x="2389399" y="3100241"/>
                <a:ext cx="363638" cy="296869"/>
                <a:chOff x="2389399" y="3100241"/>
                <a:chExt cx="363638" cy="296869"/>
              </a:xfrm>
            </p:grpSpPr>
            <p:grpSp>
              <p:nvGrpSpPr>
                <p:cNvPr id="7501" name="Google Shape;7501;p55"/>
                <p:cNvGrpSpPr/>
                <p:nvPr/>
              </p:nvGrpSpPr>
              <p:grpSpPr>
                <a:xfrm>
                  <a:off x="2493852" y="3100241"/>
                  <a:ext cx="259185" cy="98237"/>
                  <a:chOff x="2493852" y="3100241"/>
                  <a:chExt cx="259185" cy="98237"/>
                </a:xfrm>
              </p:grpSpPr>
              <p:sp>
                <p:nvSpPr>
                  <p:cNvPr id="7502" name="Google Shape;7502;p55"/>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55"/>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55"/>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5" name="Google Shape;7505;p55"/>
                <p:cNvGrpSpPr/>
                <p:nvPr/>
              </p:nvGrpSpPr>
              <p:grpSpPr>
                <a:xfrm>
                  <a:off x="2389399" y="3215065"/>
                  <a:ext cx="224343" cy="182045"/>
                  <a:chOff x="2389399" y="3215065"/>
                  <a:chExt cx="224343" cy="182045"/>
                </a:xfrm>
              </p:grpSpPr>
              <p:sp>
                <p:nvSpPr>
                  <p:cNvPr id="7506" name="Google Shape;7506;p55"/>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55"/>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08" name="Google Shape;7508;p55"/>
              <p:cNvGrpSpPr/>
              <p:nvPr/>
            </p:nvGrpSpPr>
            <p:grpSpPr>
              <a:xfrm>
                <a:off x="2838475" y="3100241"/>
                <a:ext cx="363719" cy="296869"/>
                <a:chOff x="2838475" y="3100241"/>
                <a:chExt cx="363719" cy="296869"/>
              </a:xfrm>
            </p:grpSpPr>
            <p:grpSp>
              <p:nvGrpSpPr>
                <p:cNvPr id="7509" name="Google Shape;7509;p55"/>
                <p:cNvGrpSpPr/>
                <p:nvPr/>
              </p:nvGrpSpPr>
              <p:grpSpPr>
                <a:xfrm>
                  <a:off x="2838475" y="3100241"/>
                  <a:ext cx="259185" cy="98237"/>
                  <a:chOff x="2838475" y="3100241"/>
                  <a:chExt cx="259185" cy="98237"/>
                </a:xfrm>
              </p:grpSpPr>
              <p:sp>
                <p:nvSpPr>
                  <p:cNvPr id="7510" name="Google Shape;7510;p55"/>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55"/>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55"/>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3" name="Google Shape;7513;p55"/>
                <p:cNvGrpSpPr/>
                <p:nvPr/>
              </p:nvGrpSpPr>
              <p:grpSpPr>
                <a:xfrm>
                  <a:off x="2977852" y="3215065"/>
                  <a:ext cx="224343" cy="182045"/>
                  <a:chOff x="2977852" y="3215065"/>
                  <a:chExt cx="224343" cy="182045"/>
                </a:xfrm>
              </p:grpSpPr>
              <p:sp>
                <p:nvSpPr>
                  <p:cNvPr id="7514" name="Google Shape;7514;p55"/>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55"/>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519"/>
        <p:cNvGrpSpPr/>
        <p:nvPr/>
      </p:nvGrpSpPr>
      <p:grpSpPr>
        <a:xfrm>
          <a:off x="0" y="0"/>
          <a:ext cx="0" cy="0"/>
          <a:chOff x="0" y="0"/>
          <a:chExt cx="0" cy="0"/>
        </a:xfrm>
      </p:grpSpPr>
      <p:grpSp>
        <p:nvGrpSpPr>
          <p:cNvPr id="7520" name="Google Shape;7520;p56"/>
          <p:cNvGrpSpPr/>
          <p:nvPr/>
        </p:nvGrpSpPr>
        <p:grpSpPr>
          <a:xfrm>
            <a:off x="702088" y="3155922"/>
            <a:ext cx="2390414" cy="1024800"/>
            <a:chOff x="728925" y="3296613"/>
            <a:chExt cx="2390414" cy="1024800"/>
          </a:xfrm>
        </p:grpSpPr>
        <p:grpSp>
          <p:nvGrpSpPr>
            <p:cNvPr id="7521" name="Google Shape;7521;p56"/>
            <p:cNvGrpSpPr/>
            <p:nvPr/>
          </p:nvGrpSpPr>
          <p:grpSpPr>
            <a:xfrm>
              <a:off x="728925" y="3619800"/>
              <a:ext cx="2390414" cy="500893"/>
              <a:chOff x="728925" y="3619800"/>
              <a:chExt cx="2390414" cy="500893"/>
            </a:xfrm>
          </p:grpSpPr>
          <p:sp>
            <p:nvSpPr>
              <p:cNvPr id="7522" name="Google Shape;7522;p56"/>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3" name="Google Shape;7523;p56"/>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524" name="Google Shape;7524;p56"/>
            <p:cNvGrpSpPr/>
            <p:nvPr/>
          </p:nvGrpSpPr>
          <p:grpSpPr>
            <a:xfrm>
              <a:off x="1348050" y="3296613"/>
              <a:ext cx="1706152" cy="1024800"/>
              <a:chOff x="1348050" y="3296613"/>
              <a:chExt cx="1706152" cy="1024800"/>
            </a:xfrm>
          </p:grpSpPr>
          <p:sp>
            <p:nvSpPr>
              <p:cNvPr id="7525" name="Google Shape;7525;p56"/>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6" name="Google Shape;7526;p56"/>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7" name="Google Shape;7527;p56"/>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8" name="Google Shape;7528;p56"/>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9" name="Google Shape;7529;p56"/>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530" name="Google Shape;7530;p56"/>
            <p:cNvGrpSpPr/>
            <p:nvPr/>
          </p:nvGrpSpPr>
          <p:grpSpPr>
            <a:xfrm>
              <a:off x="1455707" y="3654858"/>
              <a:ext cx="1491150" cy="417657"/>
              <a:chOff x="1455707" y="3654858"/>
              <a:chExt cx="1491150" cy="417657"/>
            </a:xfrm>
          </p:grpSpPr>
          <p:sp>
            <p:nvSpPr>
              <p:cNvPr id="7531" name="Google Shape;7531;p56"/>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56"/>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56"/>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56"/>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56"/>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56"/>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56"/>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56"/>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56"/>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56"/>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56"/>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56"/>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56"/>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56"/>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56"/>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56"/>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56"/>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56"/>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56"/>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56"/>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551" name="Google Shape;7551;p56"/>
          <p:cNvGraphicFramePr/>
          <p:nvPr/>
        </p:nvGraphicFramePr>
        <p:xfrm>
          <a:off x="5937787" y="2153834"/>
          <a:ext cx="3000000" cy="3000000"/>
        </p:xfrm>
        <a:graphic>
          <a:graphicData uri="http://schemas.openxmlformats.org/drawingml/2006/table">
            <a:tbl>
              <a:tblPr>
                <a:noFill/>
                <a:tableStyleId>{F952BC47-DEB5-42AE-B508-9AF749495DB4}</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7552" name="Google Shape;7552;p56"/>
          <p:cNvGrpSpPr/>
          <p:nvPr/>
        </p:nvGrpSpPr>
        <p:grpSpPr>
          <a:xfrm>
            <a:off x="710464" y="981599"/>
            <a:ext cx="2396505" cy="976502"/>
            <a:chOff x="749309" y="1112739"/>
            <a:chExt cx="2371603" cy="976502"/>
          </a:xfrm>
        </p:grpSpPr>
        <p:grpSp>
          <p:nvGrpSpPr>
            <p:cNvPr id="7553" name="Google Shape;7553;p56"/>
            <p:cNvGrpSpPr/>
            <p:nvPr/>
          </p:nvGrpSpPr>
          <p:grpSpPr>
            <a:xfrm>
              <a:off x="1092126" y="1112739"/>
              <a:ext cx="2028786" cy="975464"/>
              <a:chOff x="1092126" y="1112739"/>
              <a:chExt cx="2028786" cy="975464"/>
            </a:xfrm>
          </p:grpSpPr>
          <p:sp>
            <p:nvSpPr>
              <p:cNvPr id="7554" name="Google Shape;7554;p56"/>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56"/>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56"/>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56"/>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56"/>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56"/>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56"/>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56"/>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56"/>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56"/>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56"/>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56"/>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56"/>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56"/>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56"/>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56"/>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56"/>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56"/>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56"/>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56"/>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56"/>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56"/>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56"/>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56"/>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8" name="Google Shape;7578;p56"/>
            <p:cNvGrpSpPr/>
            <p:nvPr/>
          </p:nvGrpSpPr>
          <p:grpSpPr>
            <a:xfrm>
              <a:off x="749309" y="1112739"/>
              <a:ext cx="314700" cy="975464"/>
              <a:chOff x="749309" y="1112739"/>
              <a:chExt cx="314700" cy="975464"/>
            </a:xfrm>
          </p:grpSpPr>
          <p:sp>
            <p:nvSpPr>
              <p:cNvPr id="7579" name="Google Shape;7579;p56"/>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56"/>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56"/>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56"/>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83" name="Google Shape;7583;p56"/>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56"/>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56"/>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56"/>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7587" name="Google Shape;7587;p56"/>
          <p:cNvGraphicFramePr/>
          <p:nvPr/>
        </p:nvGraphicFramePr>
        <p:xfrm>
          <a:off x="5937812" y="981584"/>
          <a:ext cx="3000000" cy="3000000"/>
        </p:xfrm>
        <a:graphic>
          <a:graphicData uri="http://schemas.openxmlformats.org/drawingml/2006/table">
            <a:tbl>
              <a:tblPr>
                <a:noFill/>
                <a:tableStyleId>{F952BC47-DEB5-42AE-B508-9AF749495DB4}</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7588" name="Google Shape;7588;p56"/>
          <p:cNvGraphicFramePr/>
          <p:nvPr/>
        </p:nvGraphicFramePr>
        <p:xfrm>
          <a:off x="3358675" y="2153834"/>
          <a:ext cx="3000000" cy="3000000"/>
        </p:xfrm>
        <a:graphic>
          <a:graphicData uri="http://schemas.openxmlformats.org/drawingml/2006/table">
            <a:tbl>
              <a:tblPr>
                <a:noFill/>
                <a:tableStyleId>{F952BC47-DEB5-42AE-B508-9AF749495DB4}</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589" name="Google Shape;7589;p56"/>
          <p:cNvGrpSpPr/>
          <p:nvPr/>
        </p:nvGrpSpPr>
        <p:grpSpPr>
          <a:xfrm>
            <a:off x="3360661" y="3144795"/>
            <a:ext cx="2363377" cy="1047062"/>
            <a:chOff x="3358399" y="3285485"/>
            <a:chExt cx="2363377" cy="1047062"/>
          </a:xfrm>
        </p:grpSpPr>
        <p:grpSp>
          <p:nvGrpSpPr>
            <p:cNvPr id="7590" name="Google Shape;7590;p56"/>
            <p:cNvGrpSpPr/>
            <p:nvPr/>
          </p:nvGrpSpPr>
          <p:grpSpPr>
            <a:xfrm>
              <a:off x="3358412" y="3285485"/>
              <a:ext cx="2363244" cy="139500"/>
              <a:chOff x="3358412" y="3285485"/>
              <a:chExt cx="2363244" cy="139500"/>
            </a:xfrm>
          </p:grpSpPr>
          <p:sp>
            <p:nvSpPr>
              <p:cNvPr id="7591" name="Google Shape;7591;p56"/>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56"/>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56"/>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56"/>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56"/>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6" name="Google Shape;7596;p56"/>
            <p:cNvGrpSpPr/>
            <p:nvPr/>
          </p:nvGrpSpPr>
          <p:grpSpPr>
            <a:xfrm>
              <a:off x="3358412" y="3466996"/>
              <a:ext cx="2363244" cy="139500"/>
              <a:chOff x="3358412" y="3466996"/>
              <a:chExt cx="2363244" cy="139500"/>
            </a:xfrm>
          </p:grpSpPr>
          <p:sp>
            <p:nvSpPr>
              <p:cNvPr id="7597" name="Google Shape;7597;p56"/>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56"/>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56"/>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56"/>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56"/>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2" name="Google Shape;7602;p56"/>
            <p:cNvGrpSpPr/>
            <p:nvPr/>
          </p:nvGrpSpPr>
          <p:grpSpPr>
            <a:xfrm>
              <a:off x="3358412" y="3648507"/>
              <a:ext cx="2363244" cy="139500"/>
              <a:chOff x="3358412" y="3648507"/>
              <a:chExt cx="2363244" cy="139500"/>
            </a:xfrm>
          </p:grpSpPr>
          <p:sp>
            <p:nvSpPr>
              <p:cNvPr id="7603" name="Google Shape;7603;p56"/>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56"/>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56"/>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56"/>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56"/>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8" name="Google Shape;7608;p56"/>
            <p:cNvGrpSpPr/>
            <p:nvPr/>
          </p:nvGrpSpPr>
          <p:grpSpPr>
            <a:xfrm>
              <a:off x="3358412" y="3830018"/>
              <a:ext cx="2363244" cy="139500"/>
              <a:chOff x="3358412" y="3830018"/>
              <a:chExt cx="2363244" cy="139500"/>
            </a:xfrm>
          </p:grpSpPr>
          <p:sp>
            <p:nvSpPr>
              <p:cNvPr id="7609" name="Google Shape;7609;p56"/>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56"/>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56"/>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56"/>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56"/>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4" name="Google Shape;7614;p56"/>
            <p:cNvGrpSpPr/>
            <p:nvPr/>
          </p:nvGrpSpPr>
          <p:grpSpPr>
            <a:xfrm>
              <a:off x="3358399" y="4011514"/>
              <a:ext cx="2363377" cy="139537"/>
              <a:chOff x="3294800" y="4134603"/>
              <a:chExt cx="2638876" cy="152400"/>
            </a:xfrm>
          </p:grpSpPr>
          <p:sp>
            <p:nvSpPr>
              <p:cNvPr id="7615" name="Google Shape;7615;p56"/>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56"/>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56"/>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56"/>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56"/>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0" name="Google Shape;7620;p56"/>
            <p:cNvGrpSpPr/>
            <p:nvPr/>
          </p:nvGrpSpPr>
          <p:grpSpPr>
            <a:xfrm>
              <a:off x="3358399" y="4193010"/>
              <a:ext cx="2363377" cy="139537"/>
              <a:chOff x="3294800" y="4134603"/>
              <a:chExt cx="2638876" cy="152400"/>
            </a:xfrm>
          </p:grpSpPr>
          <p:sp>
            <p:nvSpPr>
              <p:cNvPr id="7621" name="Google Shape;7621;p56"/>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56"/>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56"/>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56"/>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56"/>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626" name="Google Shape;7626;p56"/>
          <p:cNvGraphicFramePr/>
          <p:nvPr/>
        </p:nvGraphicFramePr>
        <p:xfrm>
          <a:off x="711463" y="2153834"/>
          <a:ext cx="3000000" cy="3000000"/>
        </p:xfrm>
        <a:graphic>
          <a:graphicData uri="http://schemas.openxmlformats.org/drawingml/2006/table">
            <a:tbl>
              <a:tblPr>
                <a:noFill/>
                <a:tableStyleId>{F952BC47-DEB5-42AE-B508-9AF749495DB4}</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627" name="Google Shape;7627;p56"/>
          <p:cNvGrpSpPr/>
          <p:nvPr/>
        </p:nvGrpSpPr>
        <p:grpSpPr>
          <a:xfrm>
            <a:off x="4161132" y="2557649"/>
            <a:ext cx="1302095" cy="60959"/>
            <a:chOff x="3558802" y="4011427"/>
            <a:chExt cx="1866000" cy="111300"/>
          </a:xfrm>
        </p:grpSpPr>
        <p:sp>
          <p:nvSpPr>
            <p:cNvPr id="7628" name="Google Shape;7628;p5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56"/>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0" name="Google Shape;7630;p56"/>
          <p:cNvGrpSpPr/>
          <p:nvPr/>
        </p:nvGrpSpPr>
        <p:grpSpPr>
          <a:xfrm>
            <a:off x="4706620" y="2839808"/>
            <a:ext cx="914340" cy="60959"/>
            <a:chOff x="3558802" y="4011427"/>
            <a:chExt cx="1866000" cy="111300"/>
          </a:xfrm>
        </p:grpSpPr>
        <p:sp>
          <p:nvSpPr>
            <p:cNvPr id="7631" name="Google Shape;7631;p5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56"/>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3" name="Google Shape;7633;p56"/>
          <p:cNvGrpSpPr/>
          <p:nvPr/>
        </p:nvGrpSpPr>
        <p:grpSpPr>
          <a:xfrm>
            <a:off x="5871419" y="3167606"/>
            <a:ext cx="2522867" cy="1001454"/>
            <a:chOff x="1904318" y="789980"/>
            <a:chExt cx="1489472" cy="606868"/>
          </a:xfrm>
        </p:grpSpPr>
        <p:cxnSp>
          <p:nvCxnSpPr>
            <p:cNvPr id="7634" name="Google Shape;7634;p56"/>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635" name="Google Shape;7635;p56"/>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636" name="Google Shape;7636;p56"/>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7637" name="Google Shape;7637;p56"/>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7638" name="Google Shape;7638;p56"/>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7639" name="Google Shape;7639;p56"/>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7640" name="Google Shape;7640;p56"/>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7641" name="Google Shape;7641;p56"/>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56"/>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56"/>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56"/>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56"/>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56"/>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56"/>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7648" name="Google Shape;7648;p56"/>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7649" name="Google Shape;7649;p56"/>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7650" name="Google Shape;7650;p56"/>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1" name="Google Shape;7651;p56"/>
          <p:cNvGrpSpPr/>
          <p:nvPr/>
        </p:nvGrpSpPr>
        <p:grpSpPr>
          <a:xfrm>
            <a:off x="3355824" y="951642"/>
            <a:ext cx="2363393" cy="1005865"/>
            <a:chOff x="3292400" y="1193188"/>
            <a:chExt cx="2615240" cy="1131075"/>
          </a:xfrm>
        </p:grpSpPr>
        <p:sp>
          <p:nvSpPr>
            <p:cNvPr id="7652" name="Google Shape;7652;p56"/>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53" name="Google Shape;7653;p56"/>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54" name="Google Shape;7654;p56"/>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7655" name="Google Shape;7655;p56"/>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7656" name="Google Shape;7656;p56"/>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7657" name="Google Shape;7657;p56"/>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7658" name="Google Shape;7658;p56"/>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7659" name="Google Shape;7659;p56"/>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7660" name="Google Shape;7660;p56"/>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7661" name="Google Shape;7661;p56"/>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7662" name="Google Shape;7662;p56"/>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663" name="Google Shape;7663;p56"/>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7664" name="Google Shape;7664;p56"/>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665" name="Google Shape;7665;p56"/>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7666" name="Google Shape;7666;p56"/>
            <p:cNvGrpSpPr/>
            <p:nvPr/>
          </p:nvGrpSpPr>
          <p:grpSpPr>
            <a:xfrm>
              <a:off x="3748438" y="1378608"/>
              <a:ext cx="2159202" cy="903971"/>
              <a:chOff x="1683525" y="2179850"/>
              <a:chExt cx="4519050" cy="2134525"/>
            </a:xfrm>
          </p:grpSpPr>
          <p:sp>
            <p:nvSpPr>
              <p:cNvPr id="7667" name="Google Shape;7667;p56"/>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68" name="Google Shape;7668;p56"/>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69" name="Google Shape;7669;p56"/>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0" name="Google Shape;7670;p56"/>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1" name="Google Shape;7671;p56"/>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2" name="Google Shape;7672;p56"/>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3" name="Google Shape;7673;p56"/>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4" name="Google Shape;7674;p56"/>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5" name="Google Shape;7675;p56"/>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6" name="Google Shape;7676;p56"/>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7" name="Google Shape;7677;p56"/>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8" name="Google Shape;7678;p56"/>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682"/>
        <p:cNvGrpSpPr/>
        <p:nvPr/>
      </p:nvGrpSpPr>
      <p:grpSpPr>
        <a:xfrm>
          <a:off x="0" y="0"/>
          <a:ext cx="0" cy="0"/>
          <a:chOff x="0" y="0"/>
          <a:chExt cx="0" cy="0"/>
        </a:xfrm>
      </p:grpSpPr>
      <p:grpSp>
        <p:nvGrpSpPr>
          <p:cNvPr id="7683" name="Google Shape;7683;p57"/>
          <p:cNvGrpSpPr/>
          <p:nvPr/>
        </p:nvGrpSpPr>
        <p:grpSpPr>
          <a:xfrm>
            <a:off x="4796690" y="970936"/>
            <a:ext cx="745431" cy="718863"/>
            <a:chOff x="4249973" y="1201875"/>
            <a:chExt cx="1958568" cy="1888762"/>
          </a:xfrm>
        </p:grpSpPr>
        <p:sp>
          <p:nvSpPr>
            <p:cNvPr id="7684" name="Google Shape;7684;p57"/>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85" name="Google Shape;7685;p57"/>
            <p:cNvGrpSpPr/>
            <p:nvPr/>
          </p:nvGrpSpPr>
          <p:grpSpPr>
            <a:xfrm>
              <a:off x="5853086" y="1789142"/>
              <a:ext cx="355454" cy="1048099"/>
              <a:chOff x="5576108" y="2016725"/>
              <a:chExt cx="565200" cy="1666560"/>
            </a:xfrm>
          </p:grpSpPr>
          <p:sp>
            <p:nvSpPr>
              <p:cNvPr id="7686" name="Google Shape;7686;p57"/>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87" name="Google Shape;7687;p57"/>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8" name="Google Shape;7688;p57"/>
            <p:cNvGrpSpPr/>
            <p:nvPr/>
          </p:nvGrpSpPr>
          <p:grpSpPr>
            <a:xfrm>
              <a:off x="4869455" y="2691676"/>
              <a:ext cx="1013897" cy="398961"/>
              <a:chOff x="4012057" y="3451825"/>
              <a:chExt cx="1612175" cy="634379"/>
            </a:xfrm>
          </p:grpSpPr>
          <p:sp>
            <p:nvSpPr>
              <p:cNvPr id="7689" name="Google Shape;7689;p57"/>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0" name="Google Shape;7690;p57"/>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1" name="Google Shape;7691;p57"/>
            <p:cNvGrpSpPr/>
            <p:nvPr/>
          </p:nvGrpSpPr>
          <p:grpSpPr>
            <a:xfrm>
              <a:off x="4276937" y="2155961"/>
              <a:ext cx="651965" cy="891358"/>
              <a:chOff x="3069908" y="2599997"/>
              <a:chExt cx="1036675" cy="1417328"/>
            </a:xfrm>
          </p:grpSpPr>
          <p:sp>
            <p:nvSpPr>
              <p:cNvPr id="7692" name="Google Shape;7692;p57"/>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3" name="Google Shape;7693;p57"/>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4" name="Google Shape;7694;p57"/>
            <p:cNvGrpSpPr/>
            <p:nvPr/>
          </p:nvGrpSpPr>
          <p:grpSpPr>
            <a:xfrm>
              <a:off x="5054918" y="1201875"/>
              <a:ext cx="999548" cy="602711"/>
              <a:chOff x="4306958" y="1082925"/>
              <a:chExt cx="1589359" cy="958358"/>
            </a:xfrm>
          </p:grpSpPr>
          <p:sp>
            <p:nvSpPr>
              <p:cNvPr id="7695" name="Google Shape;7695;p57"/>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6" name="Google Shape;7696;p57"/>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57"/>
            <p:cNvGrpSpPr/>
            <p:nvPr/>
          </p:nvGrpSpPr>
          <p:grpSpPr>
            <a:xfrm>
              <a:off x="4249973" y="1303451"/>
              <a:ext cx="799317" cy="841334"/>
              <a:chOff x="3027033" y="1244439"/>
              <a:chExt cx="1270977" cy="1337786"/>
            </a:xfrm>
          </p:grpSpPr>
          <p:sp>
            <p:nvSpPr>
              <p:cNvPr id="7698" name="Google Shape;7698;p57"/>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9" name="Google Shape;7699;p57"/>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700" name="Google Shape;7700;p57"/>
          <p:cNvGrpSpPr/>
          <p:nvPr/>
        </p:nvGrpSpPr>
        <p:grpSpPr>
          <a:xfrm>
            <a:off x="713063" y="1849386"/>
            <a:ext cx="761767" cy="729896"/>
            <a:chOff x="2657744" y="2337745"/>
            <a:chExt cx="832987" cy="798137"/>
          </a:xfrm>
        </p:grpSpPr>
        <p:sp>
          <p:nvSpPr>
            <p:cNvPr id="7701" name="Google Shape;7701;p57"/>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57"/>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57"/>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57"/>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57"/>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57"/>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7" name="Google Shape;7707;p57"/>
          <p:cNvGrpSpPr/>
          <p:nvPr/>
        </p:nvGrpSpPr>
        <p:grpSpPr>
          <a:xfrm>
            <a:off x="3224027" y="1852592"/>
            <a:ext cx="685569" cy="723586"/>
            <a:chOff x="3398134" y="2057755"/>
            <a:chExt cx="704087" cy="743130"/>
          </a:xfrm>
        </p:grpSpPr>
        <p:grpSp>
          <p:nvGrpSpPr>
            <p:cNvPr id="7708" name="Google Shape;7708;p57"/>
            <p:cNvGrpSpPr/>
            <p:nvPr/>
          </p:nvGrpSpPr>
          <p:grpSpPr>
            <a:xfrm>
              <a:off x="3398134" y="2290183"/>
              <a:ext cx="315300" cy="219900"/>
              <a:chOff x="3398134" y="2290183"/>
              <a:chExt cx="315300" cy="219900"/>
            </a:xfrm>
          </p:grpSpPr>
          <p:sp>
            <p:nvSpPr>
              <p:cNvPr id="7709" name="Google Shape;7709;p57"/>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0" name="Google Shape;7710;p57"/>
              <p:cNvCxnSpPr>
                <a:stCxn id="7709"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7711" name="Google Shape;7711;p57"/>
            <p:cNvGrpSpPr/>
            <p:nvPr/>
          </p:nvGrpSpPr>
          <p:grpSpPr>
            <a:xfrm>
              <a:off x="3547823" y="2467358"/>
              <a:ext cx="219900" cy="333527"/>
              <a:chOff x="3547823" y="2467358"/>
              <a:chExt cx="219900" cy="333527"/>
            </a:xfrm>
          </p:grpSpPr>
          <p:sp>
            <p:nvSpPr>
              <p:cNvPr id="7712" name="Google Shape;7712;p57"/>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3" name="Google Shape;7713;p57"/>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7714" name="Google Shape;7714;p57"/>
            <p:cNvGrpSpPr/>
            <p:nvPr/>
          </p:nvGrpSpPr>
          <p:grpSpPr>
            <a:xfrm>
              <a:off x="3734138" y="2467358"/>
              <a:ext cx="219900" cy="333527"/>
              <a:chOff x="3734138" y="2467358"/>
              <a:chExt cx="219900" cy="333527"/>
            </a:xfrm>
          </p:grpSpPr>
          <p:sp>
            <p:nvSpPr>
              <p:cNvPr id="7715" name="Google Shape;7715;p57"/>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6" name="Google Shape;7716;p57"/>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7717" name="Google Shape;7717;p57"/>
            <p:cNvGrpSpPr/>
            <p:nvPr/>
          </p:nvGrpSpPr>
          <p:grpSpPr>
            <a:xfrm>
              <a:off x="3787560" y="2288011"/>
              <a:ext cx="314661" cy="219900"/>
              <a:chOff x="3787560" y="2288011"/>
              <a:chExt cx="314661" cy="219900"/>
            </a:xfrm>
          </p:grpSpPr>
          <p:sp>
            <p:nvSpPr>
              <p:cNvPr id="7718" name="Google Shape;7718;p57"/>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9" name="Google Shape;7719;p57"/>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7720" name="Google Shape;7720;p57"/>
            <p:cNvGrpSpPr/>
            <p:nvPr/>
          </p:nvGrpSpPr>
          <p:grpSpPr>
            <a:xfrm>
              <a:off x="3637290" y="2057755"/>
              <a:ext cx="219900" cy="335499"/>
              <a:chOff x="3637290" y="2057755"/>
              <a:chExt cx="219900" cy="335499"/>
            </a:xfrm>
          </p:grpSpPr>
          <p:sp>
            <p:nvSpPr>
              <p:cNvPr id="7721" name="Google Shape;7721;p57"/>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7722" name="Google Shape;7722;p57"/>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7723" name="Google Shape;7723;p57"/>
          <p:cNvGrpSpPr/>
          <p:nvPr/>
        </p:nvGrpSpPr>
        <p:grpSpPr>
          <a:xfrm>
            <a:off x="4899249" y="1859288"/>
            <a:ext cx="710153" cy="710153"/>
            <a:chOff x="5007123" y="2079403"/>
            <a:chExt cx="687600" cy="687600"/>
          </a:xfrm>
        </p:grpSpPr>
        <p:sp>
          <p:nvSpPr>
            <p:cNvPr id="7724" name="Google Shape;7724;p57"/>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57"/>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57"/>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57"/>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8" name="Google Shape;7728;p57"/>
          <p:cNvGrpSpPr/>
          <p:nvPr/>
        </p:nvGrpSpPr>
        <p:grpSpPr>
          <a:xfrm>
            <a:off x="5708687" y="1853794"/>
            <a:ext cx="720998" cy="721183"/>
            <a:chOff x="5797446" y="2063053"/>
            <a:chExt cx="698100" cy="698280"/>
          </a:xfrm>
        </p:grpSpPr>
        <p:sp>
          <p:nvSpPr>
            <p:cNvPr id="7729" name="Google Shape;7729;p57"/>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57"/>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57"/>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57"/>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3" name="Google Shape;7733;p57"/>
          <p:cNvGrpSpPr/>
          <p:nvPr/>
        </p:nvGrpSpPr>
        <p:grpSpPr>
          <a:xfrm>
            <a:off x="8153834" y="3499399"/>
            <a:ext cx="280585" cy="673164"/>
            <a:chOff x="8075075" y="3754290"/>
            <a:chExt cx="255612" cy="613194"/>
          </a:xfrm>
        </p:grpSpPr>
        <p:grpSp>
          <p:nvGrpSpPr>
            <p:cNvPr id="7734" name="Google Shape;7734;p57"/>
            <p:cNvGrpSpPr/>
            <p:nvPr/>
          </p:nvGrpSpPr>
          <p:grpSpPr>
            <a:xfrm>
              <a:off x="8075075" y="3754290"/>
              <a:ext cx="255612" cy="613194"/>
              <a:chOff x="8075075" y="3754290"/>
              <a:chExt cx="255612" cy="613194"/>
            </a:xfrm>
          </p:grpSpPr>
          <p:sp>
            <p:nvSpPr>
              <p:cNvPr id="7735" name="Google Shape;7735;p57"/>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57"/>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37" name="Google Shape;7737;p57"/>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8" name="Google Shape;7738;p57"/>
          <p:cNvGrpSpPr/>
          <p:nvPr/>
        </p:nvGrpSpPr>
        <p:grpSpPr>
          <a:xfrm>
            <a:off x="5270892" y="3488196"/>
            <a:ext cx="470352" cy="683745"/>
            <a:chOff x="1697726" y="3244179"/>
            <a:chExt cx="788124" cy="1146069"/>
          </a:xfrm>
        </p:grpSpPr>
        <p:sp>
          <p:nvSpPr>
            <p:cNvPr id="7739" name="Google Shape;7739;p57"/>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57"/>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41" name="Google Shape;7741;p57"/>
          <p:cNvSpPr/>
          <p:nvPr/>
        </p:nvSpPr>
        <p:spPr>
          <a:xfrm>
            <a:off x="8128357" y="3402198"/>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42" name="Google Shape;7742;p57"/>
          <p:cNvGrpSpPr/>
          <p:nvPr/>
        </p:nvGrpSpPr>
        <p:grpSpPr>
          <a:xfrm>
            <a:off x="5892043" y="3499398"/>
            <a:ext cx="293891" cy="293845"/>
            <a:chOff x="6134814" y="3754290"/>
            <a:chExt cx="293891" cy="293845"/>
          </a:xfrm>
        </p:grpSpPr>
        <p:sp>
          <p:nvSpPr>
            <p:cNvPr id="7743" name="Google Shape;7743;p57"/>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57"/>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5" name="Google Shape;7745;p57"/>
          <p:cNvGrpSpPr/>
          <p:nvPr/>
        </p:nvGrpSpPr>
        <p:grpSpPr>
          <a:xfrm>
            <a:off x="5892043" y="3878069"/>
            <a:ext cx="293891" cy="293891"/>
            <a:chOff x="6134814" y="4086186"/>
            <a:chExt cx="293891" cy="293891"/>
          </a:xfrm>
        </p:grpSpPr>
        <p:sp>
          <p:nvSpPr>
            <p:cNvPr id="7746" name="Google Shape;7746;p57"/>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57"/>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48" name="Google Shape;7748;p57"/>
          <p:cNvSpPr/>
          <p:nvPr/>
        </p:nvSpPr>
        <p:spPr>
          <a:xfrm>
            <a:off x="6930470" y="3498595"/>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57"/>
          <p:cNvSpPr/>
          <p:nvPr/>
        </p:nvSpPr>
        <p:spPr>
          <a:xfrm rot="10800000">
            <a:off x="6336732" y="3496333"/>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50" name="Google Shape;7750;p57"/>
          <p:cNvGrpSpPr/>
          <p:nvPr/>
        </p:nvGrpSpPr>
        <p:grpSpPr>
          <a:xfrm>
            <a:off x="7817018" y="2706762"/>
            <a:ext cx="622883" cy="621944"/>
            <a:chOff x="1187048" y="238125"/>
            <a:chExt cx="5256397" cy="5248476"/>
          </a:xfrm>
        </p:grpSpPr>
        <p:sp>
          <p:nvSpPr>
            <p:cNvPr id="7751" name="Google Shape;7751;p57"/>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57"/>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57"/>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57"/>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57"/>
          <p:cNvGrpSpPr/>
          <p:nvPr/>
        </p:nvGrpSpPr>
        <p:grpSpPr>
          <a:xfrm>
            <a:off x="2274123" y="2716370"/>
            <a:ext cx="1310987" cy="612407"/>
            <a:chOff x="238125" y="1188750"/>
            <a:chExt cx="7140450" cy="3335550"/>
          </a:xfrm>
        </p:grpSpPr>
        <p:sp>
          <p:nvSpPr>
            <p:cNvPr id="7756" name="Google Shape;7756;p57"/>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57"/>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57"/>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57"/>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57"/>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1" name="Google Shape;7761;p57"/>
          <p:cNvGrpSpPr/>
          <p:nvPr/>
        </p:nvGrpSpPr>
        <p:grpSpPr>
          <a:xfrm>
            <a:off x="6599995" y="2706925"/>
            <a:ext cx="1110299" cy="621702"/>
            <a:chOff x="238125" y="1335475"/>
            <a:chExt cx="5418735" cy="3034175"/>
          </a:xfrm>
        </p:grpSpPr>
        <p:sp>
          <p:nvSpPr>
            <p:cNvPr id="7762" name="Google Shape;7762;p57"/>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57"/>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57"/>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5" name="Google Shape;7765;p57"/>
          <p:cNvGrpSpPr/>
          <p:nvPr/>
        </p:nvGrpSpPr>
        <p:grpSpPr>
          <a:xfrm>
            <a:off x="5417655" y="2703822"/>
            <a:ext cx="1074451" cy="627181"/>
            <a:chOff x="5359127" y="2910889"/>
            <a:chExt cx="1097723" cy="640831"/>
          </a:xfrm>
        </p:grpSpPr>
        <p:grpSp>
          <p:nvGrpSpPr>
            <p:cNvPr id="7766" name="Google Shape;7766;p57"/>
            <p:cNvGrpSpPr/>
            <p:nvPr/>
          </p:nvGrpSpPr>
          <p:grpSpPr>
            <a:xfrm>
              <a:off x="5929791" y="3263088"/>
              <a:ext cx="527060" cy="287097"/>
              <a:chOff x="5929791" y="3263088"/>
              <a:chExt cx="527060" cy="287097"/>
            </a:xfrm>
          </p:grpSpPr>
          <p:sp>
            <p:nvSpPr>
              <p:cNvPr id="7767" name="Google Shape;7767;p57"/>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68" name="Google Shape;7768;p57"/>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769" name="Google Shape;7769;p57"/>
            <p:cNvGrpSpPr/>
            <p:nvPr/>
          </p:nvGrpSpPr>
          <p:grpSpPr>
            <a:xfrm>
              <a:off x="5359127" y="3263089"/>
              <a:ext cx="526428" cy="288631"/>
              <a:chOff x="5359127" y="3263089"/>
              <a:chExt cx="526428" cy="288631"/>
            </a:xfrm>
          </p:grpSpPr>
          <p:sp>
            <p:nvSpPr>
              <p:cNvPr id="7770" name="Google Shape;7770;p57"/>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71" name="Google Shape;7771;p57"/>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772" name="Google Shape;7772;p57"/>
            <p:cNvGrpSpPr/>
            <p:nvPr/>
          </p:nvGrpSpPr>
          <p:grpSpPr>
            <a:xfrm>
              <a:off x="5551525" y="2910889"/>
              <a:ext cx="520901" cy="610283"/>
              <a:chOff x="5551525" y="2910889"/>
              <a:chExt cx="520901" cy="610283"/>
            </a:xfrm>
          </p:grpSpPr>
          <p:sp>
            <p:nvSpPr>
              <p:cNvPr id="7773" name="Google Shape;7773;p57"/>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74" name="Google Shape;7774;p57"/>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775" name="Google Shape;7775;p57"/>
            <p:cNvGrpSpPr/>
            <p:nvPr/>
          </p:nvGrpSpPr>
          <p:grpSpPr>
            <a:xfrm>
              <a:off x="5743962" y="2919100"/>
              <a:ext cx="623674" cy="284502"/>
              <a:chOff x="5743962" y="2919100"/>
              <a:chExt cx="623674" cy="284502"/>
            </a:xfrm>
          </p:grpSpPr>
          <p:sp>
            <p:nvSpPr>
              <p:cNvPr id="7776" name="Google Shape;7776;p57"/>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77" name="Google Shape;7777;p57"/>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7778" name="Google Shape;7778;p57"/>
          <p:cNvGrpSpPr/>
          <p:nvPr/>
        </p:nvGrpSpPr>
        <p:grpSpPr>
          <a:xfrm>
            <a:off x="7568868" y="1854534"/>
            <a:ext cx="874976" cy="719600"/>
            <a:chOff x="7608988" y="2093194"/>
            <a:chExt cx="817276" cy="672147"/>
          </a:xfrm>
        </p:grpSpPr>
        <p:cxnSp>
          <p:nvCxnSpPr>
            <p:cNvPr id="7779" name="Google Shape;7779;p57"/>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0" name="Google Shape;7780;p57"/>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1" name="Google Shape;7781;p57"/>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2" name="Google Shape;7782;p57"/>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3" name="Google Shape;7783;p57"/>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7784" name="Google Shape;7784;p57"/>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7785" name="Google Shape;7785;p57"/>
            <p:cNvGrpSpPr/>
            <p:nvPr/>
          </p:nvGrpSpPr>
          <p:grpSpPr>
            <a:xfrm>
              <a:off x="7721175" y="2093194"/>
              <a:ext cx="599587" cy="623846"/>
              <a:chOff x="7721175" y="2093194"/>
              <a:chExt cx="599587" cy="623846"/>
            </a:xfrm>
          </p:grpSpPr>
          <p:grpSp>
            <p:nvGrpSpPr>
              <p:cNvPr id="7786" name="Google Shape;7786;p57"/>
              <p:cNvGrpSpPr/>
              <p:nvPr/>
            </p:nvGrpSpPr>
            <p:grpSpPr>
              <a:xfrm>
                <a:off x="7721175" y="2093194"/>
                <a:ext cx="291605" cy="623846"/>
                <a:chOff x="9405575" y="2061418"/>
                <a:chExt cx="291605" cy="623846"/>
              </a:xfrm>
            </p:grpSpPr>
            <p:sp>
              <p:nvSpPr>
                <p:cNvPr id="7787" name="Google Shape;7787;p57"/>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57"/>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57"/>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57"/>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57"/>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57"/>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57"/>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4" name="Google Shape;7794;p57"/>
              <p:cNvGrpSpPr/>
              <p:nvPr/>
            </p:nvGrpSpPr>
            <p:grpSpPr>
              <a:xfrm flipH="1">
                <a:off x="8029157" y="2093194"/>
                <a:ext cx="291605" cy="623846"/>
                <a:chOff x="9405575" y="2061418"/>
                <a:chExt cx="291605" cy="623846"/>
              </a:xfrm>
            </p:grpSpPr>
            <p:sp>
              <p:nvSpPr>
                <p:cNvPr id="7795" name="Google Shape;7795;p57"/>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57"/>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57"/>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57"/>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57"/>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57"/>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57"/>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802" name="Google Shape;7802;p57"/>
          <p:cNvGrpSpPr/>
          <p:nvPr/>
        </p:nvGrpSpPr>
        <p:grpSpPr>
          <a:xfrm>
            <a:off x="4013304" y="970936"/>
            <a:ext cx="712557" cy="785901"/>
            <a:chOff x="4206459" y="1191441"/>
            <a:chExt cx="712557" cy="785901"/>
          </a:xfrm>
        </p:grpSpPr>
        <p:sp>
          <p:nvSpPr>
            <p:cNvPr id="7803" name="Google Shape;7803;p57"/>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57"/>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57"/>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57"/>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7" name="Google Shape;7807;p57"/>
            <p:cNvGrpSpPr/>
            <p:nvPr/>
          </p:nvGrpSpPr>
          <p:grpSpPr>
            <a:xfrm>
              <a:off x="4644280" y="1290523"/>
              <a:ext cx="143716" cy="29463"/>
              <a:chOff x="4644280" y="1290523"/>
              <a:chExt cx="143716" cy="29463"/>
            </a:xfrm>
          </p:grpSpPr>
          <p:sp>
            <p:nvSpPr>
              <p:cNvPr id="7808" name="Google Shape;7808;p57"/>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57"/>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57"/>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57"/>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2" name="Google Shape;7812;p57"/>
            <p:cNvGrpSpPr/>
            <p:nvPr/>
          </p:nvGrpSpPr>
          <p:grpSpPr>
            <a:xfrm>
              <a:off x="4356567" y="1191441"/>
              <a:ext cx="143690" cy="29488"/>
              <a:chOff x="4356567" y="1191441"/>
              <a:chExt cx="143690" cy="29488"/>
            </a:xfrm>
          </p:grpSpPr>
          <p:sp>
            <p:nvSpPr>
              <p:cNvPr id="7813" name="Google Shape;7813;p57"/>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57"/>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57"/>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57"/>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7" name="Google Shape;7817;p57"/>
            <p:cNvGrpSpPr/>
            <p:nvPr/>
          </p:nvGrpSpPr>
          <p:grpSpPr>
            <a:xfrm>
              <a:off x="4339009" y="1863727"/>
              <a:ext cx="143703" cy="29476"/>
              <a:chOff x="4339009" y="1863727"/>
              <a:chExt cx="143703" cy="29476"/>
            </a:xfrm>
          </p:grpSpPr>
          <p:sp>
            <p:nvSpPr>
              <p:cNvPr id="7818" name="Google Shape;7818;p57"/>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57"/>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57"/>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57"/>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2" name="Google Shape;7822;p57"/>
            <p:cNvGrpSpPr/>
            <p:nvPr/>
          </p:nvGrpSpPr>
          <p:grpSpPr>
            <a:xfrm>
              <a:off x="4206459" y="1607315"/>
              <a:ext cx="29539" cy="142899"/>
              <a:chOff x="4206459" y="1607315"/>
              <a:chExt cx="29539" cy="142899"/>
            </a:xfrm>
          </p:grpSpPr>
          <p:sp>
            <p:nvSpPr>
              <p:cNvPr id="7823" name="Google Shape;7823;p57"/>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57"/>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57"/>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57"/>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27" name="Google Shape;7827;p57"/>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57"/>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57"/>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57"/>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1" name="Google Shape;7831;p57"/>
            <p:cNvGrpSpPr/>
            <p:nvPr/>
          </p:nvGrpSpPr>
          <p:grpSpPr>
            <a:xfrm>
              <a:off x="4889463" y="1423737"/>
              <a:ext cx="29552" cy="142899"/>
              <a:chOff x="4889463" y="1423737"/>
              <a:chExt cx="29552" cy="142899"/>
            </a:xfrm>
          </p:grpSpPr>
          <p:sp>
            <p:nvSpPr>
              <p:cNvPr id="7832" name="Google Shape;7832;p57"/>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57"/>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57"/>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57"/>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6" name="Google Shape;7836;p57"/>
            <p:cNvGrpSpPr/>
            <p:nvPr/>
          </p:nvGrpSpPr>
          <p:grpSpPr>
            <a:xfrm>
              <a:off x="4771663" y="1876896"/>
              <a:ext cx="108651" cy="100447"/>
              <a:chOff x="4771663" y="1876896"/>
              <a:chExt cx="108651" cy="100447"/>
            </a:xfrm>
          </p:grpSpPr>
          <p:sp>
            <p:nvSpPr>
              <p:cNvPr id="7837" name="Google Shape;7837;p57"/>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57"/>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57"/>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57"/>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41" name="Google Shape;7841;p57"/>
          <p:cNvGrpSpPr/>
          <p:nvPr/>
        </p:nvGrpSpPr>
        <p:grpSpPr>
          <a:xfrm>
            <a:off x="4008780" y="1854159"/>
            <a:ext cx="791287" cy="720350"/>
            <a:chOff x="267375" y="1071875"/>
            <a:chExt cx="470500" cy="428550"/>
          </a:xfrm>
        </p:grpSpPr>
        <p:sp>
          <p:nvSpPr>
            <p:cNvPr id="7842" name="Google Shape;7842;p57"/>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57"/>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57"/>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57"/>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57"/>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57"/>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57"/>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57"/>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0" name="Google Shape;7850;p57"/>
          <p:cNvGrpSpPr/>
          <p:nvPr/>
        </p:nvGrpSpPr>
        <p:grpSpPr>
          <a:xfrm>
            <a:off x="709275" y="3498789"/>
            <a:ext cx="1408444" cy="673166"/>
            <a:chOff x="712664" y="3693287"/>
            <a:chExt cx="1460738" cy="698160"/>
          </a:xfrm>
        </p:grpSpPr>
        <p:grpSp>
          <p:nvGrpSpPr>
            <p:cNvPr id="7851" name="Google Shape;7851;p57"/>
            <p:cNvGrpSpPr/>
            <p:nvPr/>
          </p:nvGrpSpPr>
          <p:grpSpPr>
            <a:xfrm>
              <a:off x="1380079" y="4133090"/>
              <a:ext cx="234048" cy="258099"/>
              <a:chOff x="1380079" y="4133090"/>
              <a:chExt cx="234048" cy="258099"/>
            </a:xfrm>
          </p:grpSpPr>
          <p:sp>
            <p:nvSpPr>
              <p:cNvPr id="7852" name="Google Shape;7852;p57"/>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57"/>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57"/>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5" name="Google Shape;7855;p57"/>
            <p:cNvGrpSpPr/>
            <p:nvPr/>
          </p:nvGrpSpPr>
          <p:grpSpPr>
            <a:xfrm>
              <a:off x="884610" y="3864082"/>
              <a:ext cx="1118566" cy="527275"/>
              <a:chOff x="890961" y="3865463"/>
              <a:chExt cx="1115221" cy="525698"/>
            </a:xfrm>
          </p:grpSpPr>
          <p:sp>
            <p:nvSpPr>
              <p:cNvPr id="7856" name="Google Shape;7856;p57"/>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57"/>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57"/>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9" name="Google Shape;7859;p57"/>
            <p:cNvGrpSpPr/>
            <p:nvPr/>
          </p:nvGrpSpPr>
          <p:grpSpPr>
            <a:xfrm>
              <a:off x="712664" y="3693287"/>
              <a:ext cx="1460738" cy="698160"/>
              <a:chOff x="712664" y="3693025"/>
              <a:chExt cx="1460738" cy="698160"/>
            </a:xfrm>
          </p:grpSpPr>
          <p:sp>
            <p:nvSpPr>
              <p:cNvPr id="7860" name="Google Shape;7860;p57"/>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57"/>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57"/>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57"/>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57"/>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57"/>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66" name="Google Shape;7866;p57"/>
          <p:cNvGrpSpPr/>
          <p:nvPr/>
        </p:nvGrpSpPr>
        <p:grpSpPr>
          <a:xfrm>
            <a:off x="3146990" y="970936"/>
            <a:ext cx="795485" cy="738831"/>
            <a:chOff x="3348603" y="1236445"/>
            <a:chExt cx="749256" cy="695894"/>
          </a:xfrm>
        </p:grpSpPr>
        <p:grpSp>
          <p:nvGrpSpPr>
            <p:cNvPr id="7867" name="Google Shape;7867;p57"/>
            <p:cNvGrpSpPr/>
            <p:nvPr/>
          </p:nvGrpSpPr>
          <p:grpSpPr>
            <a:xfrm>
              <a:off x="3583779" y="1236445"/>
              <a:ext cx="293795" cy="285811"/>
              <a:chOff x="3750225" y="1774000"/>
              <a:chExt cx="149575" cy="145525"/>
            </a:xfrm>
          </p:grpSpPr>
          <p:sp>
            <p:nvSpPr>
              <p:cNvPr id="7868" name="Google Shape;7868;p57"/>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57"/>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0" name="Google Shape;7870;p57"/>
            <p:cNvGrpSpPr/>
            <p:nvPr/>
          </p:nvGrpSpPr>
          <p:grpSpPr>
            <a:xfrm>
              <a:off x="3775534" y="1462599"/>
              <a:ext cx="322325" cy="285958"/>
              <a:chOff x="3847850" y="1889150"/>
              <a:chExt cx="164100" cy="145600"/>
            </a:xfrm>
          </p:grpSpPr>
          <p:sp>
            <p:nvSpPr>
              <p:cNvPr id="7871" name="Google Shape;7871;p57"/>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57"/>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3" name="Google Shape;7873;p57"/>
            <p:cNvGrpSpPr/>
            <p:nvPr/>
          </p:nvGrpSpPr>
          <p:grpSpPr>
            <a:xfrm>
              <a:off x="3545329" y="1646528"/>
              <a:ext cx="293746" cy="285811"/>
              <a:chOff x="3730650" y="1982800"/>
              <a:chExt cx="149550" cy="145525"/>
            </a:xfrm>
          </p:grpSpPr>
          <p:sp>
            <p:nvSpPr>
              <p:cNvPr id="7874" name="Google Shape;7874;p57"/>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57"/>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6" name="Google Shape;7876;p57"/>
            <p:cNvGrpSpPr/>
            <p:nvPr/>
          </p:nvGrpSpPr>
          <p:grpSpPr>
            <a:xfrm>
              <a:off x="3348603" y="1415046"/>
              <a:ext cx="294384" cy="284387"/>
              <a:chOff x="3630494" y="1864938"/>
              <a:chExt cx="149875" cy="144800"/>
            </a:xfrm>
          </p:grpSpPr>
          <p:sp>
            <p:nvSpPr>
              <p:cNvPr id="7877" name="Google Shape;7877;p57"/>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57"/>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79" name="Google Shape;7879;p57"/>
          <p:cNvGrpSpPr/>
          <p:nvPr/>
        </p:nvGrpSpPr>
        <p:grpSpPr>
          <a:xfrm>
            <a:off x="2268517" y="3493832"/>
            <a:ext cx="1324924" cy="678083"/>
            <a:chOff x="2413923" y="3711366"/>
            <a:chExt cx="1374117" cy="703260"/>
          </a:xfrm>
        </p:grpSpPr>
        <p:grpSp>
          <p:nvGrpSpPr>
            <p:cNvPr id="7880" name="Google Shape;7880;p57"/>
            <p:cNvGrpSpPr/>
            <p:nvPr/>
          </p:nvGrpSpPr>
          <p:grpSpPr>
            <a:xfrm>
              <a:off x="2413923" y="3711366"/>
              <a:ext cx="1374117" cy="703260"/>
              <a:chOff x="2413923" y="3711366"/>
              <a:chExt cx="1374117" cy="703260"/>
            </a:xfrm>
          </p:grpSpPr>
          <p:sp>
            <p:nvSpPr>
              <p:cNvPr id="7881" name="Google Shape;7881;p57"/>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82" name="Google Shape;7882;p57"/>
              <p:cNvGrpSpPr/>
              <p:nvPr/>
            </p:nvGrpSpPr>
            <p:grpSpPr>
              <a:xfrm>
                <a:off x="2600284" y="3808654"/>
                <a:ext cx="234506" cy="138009"/>
                <a:chOff x="2600284" y="3808654"/>
                <a:chExt cx="234506" cy="138009"/>
              </a:xfrm>
            </p:grpSpPr>
            <p:sp>
              <p:nvSpPr>
                <p:cNvPr id="7883" name="Google Shape;7883;p57"/>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84" name="Google Shape;7884;p57"/>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85" name="Google Shape;7885;p57"/>
              <p:cNvGrpSpPr/>
              <p:nvPr/>
            </p:nvGrpSpPr>
            <p:grpSpPr>
              <a:xfrm>
                <a:off x="3359659" y="3805664"/>
                <a:ext cx="232294" cy="141000"/>
                <a:chOff x="3359659" y="3805664"/>
                <a:chExt cx="232294" cy="141000"/>
              </a:xfrm>
            </p:grpSpPr>
            <p:sp>
              <p:nvSpPr>
                <p:cNvPr id="7886" name="Google Shape;7886;p57"/>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87" name="Google Shape;7887;p57"/>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88" name="Google Shape;7888;p57"/>
              <p:cNvGrpSpPr/>
              <p:nvPr/>
            </p:nvGrpSpPr>
            <p:grpSpPr>
              <a:xfrm>
                <a:off x="3067316" y="3711366"/>
                <a:ext cx="66900" cy="166809"/>
                <a:chOff x="3067316" y="3711366"/>
                <a:chExt cx="66900" cy="166809"/>
              </a:xfrm>
            </p:grpSpPr>
            <p:sp>
              <p:nvSpPr>
                <p:cNvPr id="7889" name="Google Shape;7889;p57"/>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90" name="Google Shape;7890;p57"/>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91" name="Google Shape;7891;p57"/>
              <p:cNvGrpSpPr/>
              <p:nvPr/>
            </p:nvGrpSpPr>
            <p:grpSpPr>
              <a:xfrm>
                <a:off x="2413923" y="4058666"/>
                <a:ext cx="224119" cy="66900"/>
                <a:chOff x="2413923" y="4058666"/>
                <a:chExt cx="224119" cy="66900"/>
              </a:xfrm>
            </p:grpSpPr>
            <p:sp>
              <p:nvSpPr>
                <p:cNvPr id="7892" name="Google Shape;7892;p57"/>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93" name="Google Shape;7893;p57"/>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94" name="Google Shape;7894;p57"/>
              <p:cNvGrpSpPr/>
              <p:nvPr/>
            </p:nvGrpSpPr>
            <p:grpSpPr>
              <a:xfrm>
                <a:off x="3564643" y="4058666"/>
                <a:ext cx="223397" cy="66900"/>
                <a:chOff x="3564643" y="4058666"/>
                <a:chExt cx="223397" cy="66900"/>
              </a:xfrm>
            </p:grpSpPr>
            <p:sp>
              <p:nvSpPr>
                <p:cNvPr id="7895" name="Google Shape;7895;p57"/>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96" name="Google Shape;7896;p57"/>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7897" name="Google Shape;7897;p57"/>
            <p:cNvGrpSpPr/>
            <p:nvPr/>
          </p:nvGrpSpPr>
          <p:grpSpPr>
            <a:xfrm>
              <a:off x="2633353" y="3965763"/>
              <a:ext cx="933975" cy="445687"/>
              <a:chOff x="2633353" y="3965763"/>
              <a:chExt cx="933975" cy="445687"/>
            </a:xfrm>
          </p:grpSpPr>
          <p:sp>
            <p:nvSpPr>
              <p:cNvPr id="7898" name="Google Shape;7898;p57"/>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57"/>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00" name="Google Shape;7900;p57"/>
          <p:cNvGrpSpPr/>
          <p:nvPr/>
        </p:nvGrpSpPr>
        <p:grpSpPr>
          <a:xfrm>
            <a:off x="6392789" y="1044380"/>
            <a:ext cx="1131087" cy="587383"/>
            <a:chOff x="238125" y="999450"/>
            <a:chExt cx="7140700" cy="3708225"/>
          </a:xfrm>
        </p:grpSpPr>
        <p:sp>
          <p:nvSpPr>
            <p:cNvPr id="7901" name="Google Shape;7901;p57"/>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57"/>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57"/>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57"/>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57"/>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57"/>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57"/>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57"/>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57"/>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0" name="Google Shape;7910;p57"/>
          <p:cNvGrpSpPr/>
          <p:nvPr/>
        </p:nvGrpSpPr>
        <p:grpSpPr>
          <a:xfrm>
            <a:off x="3744240" y="3493874"/>
            <a:ext cx="1375854" cy="678131"/>
            <a:chOff x="3913765" y="3641905"/>
            <a:chExt cx="1522805" cy="750560"/>
          </a:xfrm>
        </p:grpSpPr>
        <p:grpSp>
          <p:nvGrpSpPr>
            <p:cNvPr id="7911" name="Google Shape;7911;p57"/>
            <p:cNvGrpSpPr/>
            <p:nvPr/>
          </p:nvGrpSpPr>
          <p:grpSpPr>
            <a:xfrm>
              <a:off x="3913765" y="3997002"/>
              <a:ext cx="1522805" cy="395463"/>
              <a:chOff x="3913765" y="3997002"/>
              <a:chExt cx="1522805" cy="395463"/>
            </a:xfrm>
          </p:grpSpPr>
          <p:grpSp>
            <p:nvGrpSpPr>
              <p:cNvPr id="7912" name="Google Shape;7912;p57"/>
              <p:cNvGrpSpPr/>
              <p:nvPr/>
            </p:nvGrpSpPr>
            <p:grpSpPr>
              <a:xfrm>
                <a:off x="3913765" y="4138659"/>
                <a:ext cx="507602" cy="253806"/>
                <a:chOff x="3913765" y="4138659"/>
                <a:chExt cx="507602" cy="253806"/>
              </a:xfrm>
            </p:grpSpPr>
            <p:sp>
              <p:nvSpPr>
                <p:cNvPr id="7913" name="Google Shape;7913;p57"/>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57"/>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7915" name="Google Shape;7915;p57"/>
              <p:cNvGrpSpPr/>
              <p:nvPr/>
            </p:nvGrpSpPr>
            <p:grpSpPr>
              <a:xfrm>
                <a:off x="4421361" y="3997002"/>
                <a:ext cx="507618" cy="395463"/>
                <a:chOff x="4421361" y="3997002"/>
                <a:chExt cx="507618" cy="395463"/>
              </a:xfrm>
            </p:grpSpPr>
            <p:sp>
              <p:nvSpPr>
                <p:cNvPr id="7916" name="Google Shape;7916;p57"/>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57"/>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8" name="Google Shape;7918;p57"/>
              <p:cNvGrpSpPr/>
              <p:nvPr/>
            </p:nvGrpSpPr>
            <p:grpSpPr>
              <a:xfrm>
                <a:off x="4928973" y="4189418"/>
                <a:ext cx="507596" cy="203047"/>
                <a:chOff x="4928973" y="4189418"/>
                <a:chExt cx="507596" cy="203047"/>
              </a:xfrm>
            </p:grpSpPr>
            <p:sp>
              <p:nvSpPr>
                <p:cNvPr id="7919" name="Google Shape;7919;p57"/>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57"/>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21" name="Google Shape;7921;p57"/>
            <p:cNvGrpSpPr/>
            <p:nvPr/>
          </p:nvGrpSpPr>
          <p:grpSpPr>
            <a:xfrm>
              <a:off x="4482186" y="3641905"/>
              <a:ext cx="397605" cy="349784"/>
              <a:chOff x="2906375" y="1159725"/>
              <a:chExt cx="1860575" cy="1636800"/>
            </a:xfrm>
          </p:grpSpPr>
          <p:sp>
            <p:nvSpPr>
              <p:cNvPr id="7922" name="Google Shape;7922;p57"/>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57"/>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57"/>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57"/>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26" name="Google Shape;7926;p57"/>
          <p:cNvGrpSpPr/>
          <p:nvPr/>
        </p:nvGrpSpPr>
        <p:grpSpPr>
          <a:xfrm>
            <a:off x="6528949" y="1853801"/>
            <a:ext cx="940737" cy="721067"/>
            <a:chOff x="6599718" y="2068734"/>
            <a:chExt cx="940737" cy="721067"/>
          </a:xfrm>
        </p:grpSpPr>
        <p:sp>
          <p:nvSpPr>
            <p:cNvPr id="7927" name="Google Shape;7927;p57"/>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57"/>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57"/>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57"/>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57"/>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57"/>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33" name="Google Shape;7933;p57"/>
            <p:cNvGrpSpPr/>
            <p:nvPr/>
          </p:nvGrpSpPr>
          <p:grpSpPr>
            <a:xfrm>
              <a:off x="6836957" y="2068734"/>
              <a:ext cx="461892" cy="721067"/>
              <a:chOff x="6836957" y="2068734"/>
              <a:chExt cx="461892" cy="721067"/>
            </a:xfrm>
          </p:grpSpPr>
          <p:sp>
            <p:nvSpPr>
              <p:cNvPr id="7934" name="Google Shape;7934;p57"/>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57"/>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57"/>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57"/>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57"/>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57"/>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40" name="Google Shape;7940;p57"/>
              <p:cNvGrpSpPr/>
              <p:nvPr/>
            </p:nvGrpSpPr>
            <p:grpSpPr>
              <a:xfrm>
                <a:off x="6836957" y="2068734"/>
                <a:ext cx="461892" cy="721067"/>
                <a:chOff x="6836957" y="2068734"/>
                <a:chExt cx="461892" cy="721067"/>
              </a:xfrm>
            </p:grpSpPr>
            <p:sp>
              <p:nvSpPr>
                <p:cNvPr id="7941" name="Google Shape;7941;p57"/>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57"/>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57"/>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57"/>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57"/>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57"/>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57"/>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948" name="Google Shape;7948;p57"/>
          <p:cNvGrpSpPr/>
          <p:nvPr/>
        </p:nvGrpSpPr>
        <p:grpSpPr>
          <a:xfrm>
            <a:off x="2412267" y="1858147"/>
            <a:ext cx="712577" cy="712374"/>
            <a:chOff x="2559249" y="2069323"/>
            <a:chExt cx="685566" cy="685634"/>
          </a:xfrm>
        </p:grpSpPr>
        <p:sp>
          <p:nvSpPr>
            <p:cNvPr id="7949" name="Google Shape;7949;p57"/>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57"/>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57"/>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57"/>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57"/>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57"/>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57"/>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57"/>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57"/>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57"/>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57"/>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57"/>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57"/>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2" name="Google Shape;7962;p57"/>
          <p:cNvGrpSpPr/>
          <p:nvPr/>
        </p:nvGrpSpPr>
        <p:grpSpPr>
          <a:xfrm>
            <a:off x="7594705" y="970936"/>
            <a:ext cx="845645" cy="711911"/>
            <a:chOff x="951975" y="315800"/>
            <a:chExt cx="5860325" cy="4933550"/>
          </a:xfrm>
        </p:grpSpPr>
        <p:sp>
          <p:nvSpPr>
            <p:cNvPr id="7963" name="Google Shape;7963;p57"/>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57"/>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57"/>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57"/>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57"/>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57"/>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57"/>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57"/>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1" name="Google Shape;7971;p57"/>
          <p:cNvGrpSpPr/>
          <p:nvPr/>
        </p:nvGrpSpPr>
        <p:grpSpPr>
          <a:xfrm>
            <a:off x="3691834" y="2707045"/>
            <a:ext cx="1617932" cy="621724"/>
            <a:chOff x="3862800" y="3038525"/>
            <a:chExt cx="1329006" cy="510698"/>
          </a:xfrm>
        </p:grpSpPr>
        <p:sp>
          <p:nvSpPr>
            <p:cNvPr id="7972" name="Google Shape;7972;p57"/>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57"/>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74" name="Google Shape;7974;p57"/>
            <p:cNvGrpSpPr/>
            <p:nvPr/>
          </p:nvGrpSpPr>
          <p:grpSpPr>
            <a:xfrm>
              <a:off x="3967075" y="3040337"/>
              <a:ext cx="1019927" cy="402126"/>
              <a:chOff x="3967075" y="3040337"/>
              <a:chExt cx="1019927" cy="402126"/>
            </a:xfrm>
          </p:grpSpPr>
          <p:sp>
            <p:nvSpPr>
              <p:cNvPr id="7975" name="Google Shape;7975;p57"/>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57"/>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7" name="Google Shape;7977;p57"/>
            <p:cNvGrpSpPr/>
            <p:nvPr/>
          </p:nvGrpSpPr>
          <p:grpSpPr>
            <a:xfrm>
              <a:off x="4186700" y="3040337"/>
              <a:ext cx="390475" cy="183289"/>
              <a:chOff x="4186700" y="3040337"/>
              <a:chExt cx="390475" cy="183289"/>
            </a:xfrm>
          </p:grpSpPr>
          <p:sp>
            <p:nvSpPr>
              <p:cNvPr id="7978" name="Google Shape;7978;p57"/>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57"/>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0" name="Google Shape;7980;p57"/>
            <p:cNvGrpSpPr/>
            <p:nvPr/>
          </p:nvGrpSpPr>
          <p:grpSpPr>
            <a:xfrm>
              <a:off x="4073727" y="3040337"/>
              <a:ext cx="697794" cy="296263"/>
              <a:chOff x="4073727" y="3040337"/>
              <a:chExt cx="697794" cy="296263"/>
            </a:xfrm>
          </p:grpSpPr>
          <p:sp>
            <p:nvSpPr>
              <p:cNvPr id="7981" name="Google Shape;7981;p57"/>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57"/>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3" name="Google Shape;7983;p57"/>
            <p:cNvGrpSpPr/>
            <p:nvPr/>
          </p:nvGrpSpPr>
          <p:grpSpPr>
            <a:xfrm>
              <a:off x="3862800" y="3038525"/>
              <a:ext cx="1329006" cy="510698"/>
              <a:chOff x="3862800" y="3038525"/>
              <a:chExt cx="1329006" cy="510698"/>
            </a:xfrm>
          </p:grpSpPr>
          <p:sp>
            <p:nvSpPr>
              <p:cNvPr id="7984" name="Google Shape;7984;p57"/>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57"/>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86" name="Google Shape;7986;p57"/>
          <p:cNvGrpSpPr/>
          <p:nvPr/>
        </p:nvGrpSpPr>
        <p:grpSpPr>
          <a:xfrm>
            <a:off x="700156" y="970936"/>
            <a:ext cx="883205" cy="775176"/>
            <a:chOff x="649648" y="271400"/>
            <a:chExt cx="6215377" cy="5455143"/>
          </a:xfrm>
        </p:grpSpPr>
        <p:sp>
          <p:nvSpPr>
            <p:cNvPr id="7987" name="Google Shape;7987;p57"/>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57"/>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57"/>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57"/>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57"/>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57"/>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57"/>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57"/>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57"/>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57"/>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57"/>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57"/>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9" name="Google Shape;7999;p57"/>
          <p:cNvGrpSpPr/>
          <p:nvPr/>
        </p:nvGrpSpPr>
        <p:grpSpPr>
          <a:xfrm>
            <a:off x="2308457" y="970936"/>
            <a:ext cx="767704" cy="815489"/>
            <a:chOff x="2499700" y="1135950"/>
            <a:chExt cx="732402" cy="777990"/>
          </a:xfrm>
        </p:grpSpPr>
        <p:grpSp>
          <p:nvGrpSpPr>
            <p:cNvPr id="8000" name="Google Shape;8000;p57"/>
            <p:cNvGrpSpPr/>
            <p:nvPr/>
          </p:nvGrpSpPr>
          <p:grpSpPr>
            <a:xfrm>
              <a:off x="2499700" y="1135950"/>
              <a:ext cx="732402" cy="694705"/>
              <a:chOff x="2499700" y="1135950"/>
              <a:chExt cx="732402" cy="694705"/>
            </a:xfrm>
          </p:grpSpPr>
          <p:sp>
            <p:nvSpPr>
              <p:cNvPr id="8001" name="Google Shape;8001;p57"/>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57"/>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57"/>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57"/>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57"/>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57"/>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57"/>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57"/>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57"/>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57"/>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57"/>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57"/>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57"/>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57"/>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57"/>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57"/>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57"/>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57"/>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57"/>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57"/>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57"/>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57"/>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57"/>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57"/>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57"/>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57"/>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57"/>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57"/>
            <p:cNvGrpSpPr/>
            <p:nvPr/>
          </p:nvGrpSpPr>
          <p:grpSpPr>
            <a:xfrm>
              <a:off x="2517909" y="1188726"/>
              <a:ext cx="702702" cy="725214"/>
              <a:chOff x="2517909" y="1188726"/>
              <a:chExt cx="702702" cy="725214"/>
            </a:xfrm>
          </p:grpSpPr>
          <p:sp>
            <p:nvSpPr>
              <p:cNvPr id="8029" name="Google Shape;8029;p57"/>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57"/>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57"/>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57"/>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57"/>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34" name="Google Shape;8034;p57"/>
          <p:cNvGrpSpPr/>
          <p:nvPr/>
        </p:nvGrpSpPr>
        <p:grpSpPr>
          <a:xfrm>
            <a:off x="1654189" y="970936"/>
            <a:ext cx="583439" cy="870229"/>
            <a:chOff x="1716825" y="1121550"/>
            <a:chExt cx="622800" cy="928938"/>
          </a:xfrm>
        </p:grpSpPr>
        <p:grpSp>
          <p:nvGrpSpPr>
            <p:cNvPr id="8035" name="Google Shape;8035;p57"/>
            <p:cNvGrpSpPr/>
            <p:nvPr/>
          </p:nvGrpSpPr>
          <p:grpSpPr>
            <a:xfrm>
              <a:off x="1716825" y="1121550"/>
              <a:ext cx="622800" cy="928938"/>
              <a:chOff x="1716825" y="1121550"/>
              <a:chExt cx="622800" cy="928938"/>
            </a:xfrm>
          </p:grpSpPr>
          <p:cxnSp>
            <p:nvCxnSpPr>
              <p:cNvPr id="8036" name="Google Shape;8036;p57"/>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8037" name="Google Shape;8037;p57"/>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8" name="Google Shape;8038;p57"/>
            <p:cNvGrpSpPr/>
            <p:nvPr/>
          </p:nvGrpSpPr>
          <p:grpSpPr>
            <a:xfrm>
              <a:off x="1768050" y="1172775"/>
              <a:ext cx="520200" cy="832000"/>
              <a:chOff x="1768050" y="1172775"/>
              <a:chExt cx="520200" cy="832000"/>
            </a:xfrm>
          </p:grpSpPr>
          <p:cxnSp>
            <p:nvCxnSpPr>
              <p:cNvPr id="8039" name="Google Shape;8039;p57"/>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8040" name="Google Shape;8040;p57"/>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1" name="Google Shape;8041;p57"/>
            <p:cNvGrpSpPr/>
            <p:nvPr/>
          </p:nvGrpSpPr>
          <p:grpSpPr>
            <a:xfrm>
              <a:off x="1820100" y="1225475"/>
              <a:ext cx="416400" cy="729575"/>
              <a:chOff x="1820100" y="1225475"/>
              <a:chExt cx="416400" cy="729575"/>
            </a:xfrm>
          </p:grpSpPr>
          <p:cxnSp>
            <p:nvCxnSpPr>
              <p:cNvPr id="8042" name="Google Shape;8042;p57"/>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8043" name="Google Shape;8043;p57"/>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4" name="Google Shape;8044;p57"/>
            <p:cNvGrpSpPr/>
            <p:nvPr/>
          </p:nvGrpSpPr>
          <p:grpSpPr>
            <a:xfrm>
              <a:off x="1874250" y="1278825"/>
              <a:ext cx="308100" cy="605275"/>
              <a:chOff x="1874250" y="1278825"/>
              <a:chExt cx="308100" cy="605275"/>
            </a:xfrm>
          </p:grpSpPr>
          <p:cxnSp>
            <p:nvCxnSpPr>
              <p:cNvPr id="8045" name="Google Shape;8045;p57"/>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8046" name="Google Shape;8046;p57"/>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47" name="Google Shape;8047;p57"/>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8" name="Google Shape;8048;p57"/>
          <p:cNvGrpSpPr/>
          <p:nvPr/>
        </p:nvGrpSpPr>
        <p:grpSpPr>
          <a:xfrm>
            <a:off x="1574012" y="1857258"/>
            <a:ext cx="739072" cy="714152"/>
            <a:chOff x="4334725" y="1355875"/>
            <a:chExt cx="3106650" cy="3001900"/>
          </a:xfrm>
        </p:grpSpPr>
        <p:grpSp>
          <p:nvGrpSpPr>
            <p:cNvPr id="8049" name="Google Shape;8049;p57"/>
            <p:cNvGrpSpPr/>
            <p:nvPr/>
          </p:nvGrpSpPr>
          <p:grpSpPr>
            <a:xfrm>
              <a:off x="4516050" y="1724875"/>
              <a:ext cx="2693725" cy="2632900"/>
              <a:chOff x="4516050" y="1724875"/>
              <a:chExt cx="2693725" cy="2632900"/>
            </a:xfrm>
          </p:grpSpPr>
          <p:sp>
            <p:nvSpPr>
              <p:cNvPr id="8050" name="Google Shape;8050;p57"/>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57"/>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57"/>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3" name="Google Shape;8053;p57"/>
            <p:cNvGrpSpPr/>
            <p:nvPr/>
          </p:nvGrpSpPr>
          <p:grpSpPr>
            <a:xfrm>
              <a:off x="4334725" y="1355875"/>
              <a:ext cx="3106650" cy="2709650"/>
              <a:chOff x="4334725" y="1355875"/>
              <a:chExt cx="3106650" cy="2709650"/>
            </a:xfrm>
          </p:grpSpPr>
          <p:sp>
            <p:nvSpPr>
              <p:cNvPr id="8054" name="Google Shape;8054;p57"/>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57"/>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57"/>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57" name="Google Shape;8057;p57"/>
          <p:cNvGrpSpPr/>
          <p:nvPr/>
        </p:nvGrpSpPr>
        <p:grpSpPr>
          <a:xfrm>
            <a:off x="7690961" y="3488029"/>
            <a:ext cx="312074" cy="684173"/>
            <a:chOff x="7645573" y="3754300"/>
            <a:chExt cx="293855" cy="644170"/>
          </a:xfrm>
        </p:grpSpPr>
        <p:sp>
          <p:nvSpPr>
            <p:cNvPr id="8058" name="Google Shape;8058;p57"/>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57"/>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0" name="Google Shape;8060;p57"/>
          <p:cNvGrpSpPr/>
          <p:nvPr/>
        </p:nvGrpSpPr>
        <p:grpSpPr>
          <a:xfrm>
            <a:off x="5612949" y="970936"/>
            <a:ext cx="709011" cy="739359"/>
            <a:chOff x="5830645" y="1256617"/>
            <a:chExt cx="530340" cy="553040"/>
          </a:xfrm>
        </p:grpSpPr>
        <p:grpSp>
          <p:nvGrpSpPr>
            <p:cNvPr id="8061" name="Google Shape;8061;p57"/>
            <p:cNvGrpSpPr/>
            <p:nvPr/>
          </p:nvGrpSpPr>
          <p:grpSpPr>
            <a:xfrm>
              <a:off x="5830645" y="1256617"/>
              <a:ext cx="259743" cy="269909"/>
              <a:chOff x="5830645" y="1256617"/>
              <a:chExt cx="259743" cy="269909"/>
            </a:xfrm>
          </p:grpSpPr>
          <p:sp>
            <p:nvSpPr>
              <p:cNvPr id="8062" name="Google Shape;8062;p57"/>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57"/>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4" name="Google Shape;8064;p57"/>
            <p:cNvGrpSpPr/>
            <p:nvPr/>
          </p:nvGrpSpPr>
          <p:grpSpPr>
            <a:xfrm>
              <a:off x="6101293" y="1256617"/>
              <a:ext cx="259692" cy="269909"/>
              <a:chOff x="6101293" y="1256617"/>
              <a:chExt cx="259692" cy="269909"/>
            </a:xfrm>
          </p:grpSpPr>
          <p:sp>
            <p:nvSpPr>
              <p:cNvPr id="8065" name="Google Shape;8065;p57"/>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57"/>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7" name="Google Shape;8067;p57"/>
            <p:cNvGrpSpPr/>
            <p:nvPr/>
          </p:nvGrpSpPr>
          <p:grpSpPr>
            <a:xfrm>
              <a:off x="5830645" y="1539749"/>
              <a:ext cx="259692" cy="269909"/>
              <a:chOff x="5830645" y="1539749"/>
              <a:chExt cx="259692" cy="269909"/>
            </a:xfrm>
          </p:grpSpPr>
          <p:sp>
            <p:nvSpPr>
              <p:cNvPr id="8068" name="Google Shape;8068;p57"/>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57"/>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0" name="Google Shape;8070;p57"/>
            <p:cNvGrpSpPr/>
            <p:nvPr/>
          </p:nvGrpSpPr>
          <p:grpSpPr>
            <a:xfrm>
              <a:off x="6101293" y="1539749"/>
              <a:ext cx="259692" cy="269909"/>
              <a:chOff x="6101293" y="1539749"/>
              <a:chExt cx="259692" cy="269909"/>
            </a:xfrm>
          </p:grpSpPr>
          <p:sp>
            <p:nvSpPr>
              <p:cNvPr id="8071" name="Google Shape;8071;p57"/>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57"/>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73" name="Google Shape;8073;p57"/>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4" name="Google Shape;8074;p57"/>
          <p:cNvGrpSpPr/>
          <p:nvPr/>
        </p:nvGrpSpPr>
        <p:grpSpPr>
          <a:xfrm>
            <a:off x="714444" y="2707052"/>
            <a:ext cx="1452955" cy="621360"/>
            <a:chOff x="732422" y="2990152"/>
            <a:chExt cx="1337773" cy="572102"/>
          </a:xfrm>
        </p:grpSpPr>
        <p:sp>
          <p:nvSpPr>
            <p:cNvPr id="8075" name="Google Shape;8075;p57"/>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57"/>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57"/>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57"/>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57"/>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57"/>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084"/>
        <p:cNvGrpSpPr/>
        <p:nvPr/>
      </p:nvGrpSpPr>
      <p:grpSpPr>
        <a:xfrm>
          <a:off x="0" y="0"/>
          <a:ext cx="0" cy="0"/>
          <a:chOff x="0" y="0"/>
          <a:chExt cx="0" cy="0"/>
        </a:xfrm>
      </p:grpSpPr>
      <p:grpSp>
        <p:nvGrpSpPr>
          <p:cNvPr id="8085" name="Google Shape;8085;p58"/>
          <p:cNvGrpSpPr/>
          <p:nvPr/>
        </p:nvGrpSpPr>
        <p:grpSpPr>
          <a:xfrm>
            <a:off x="708579" y="965872"/>
            <a:ext cx="1636117" cy="1526144"/>
            <a:chOff x="729238" y="1179665"/>
            <a:chExt cx="1636117" cy="1526144"/>
          </a:xfrm>
        </p:grpSpPr>
        <p:grpSp>
          <p:nvGrpSpPr>
            <p:cNvPr id="8086" name="Google Shape;8086;p58"/>
            <p:cNvGrpSpPr/>
            <p:nvPr/>
          </p:nvGrpSpPr>
          <p:grpSpPr>
            <a:xfrm>
              <a:off x="729238" y="1179665"/>
              <a:ext cx="80700" cy="1526144"/>
              <a:chOff x="729238" y="1179665"/>
              <a:chExt cx="80700" cy="1526144"/>
            </a:xfrm>
          </p:grpSpPr>
          <p:sp>
            <p:nvSpPr>
              <p:cNvPr id="8087" name="Google Shape;8087;p58"/>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58"/>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58"/>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58"/>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58"/>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58"/>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58"/>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58"/>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58"/>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58"/>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7" name="Google Shape;8097;p58"/>
            <p:cNvGrpSpPr/>
            <p:nvPr/>
          </p:nvGrpSpPr>
          <p:grpSpPr>
            <a:xfrm>
              <a:off x="903098" y="1179665"/>
              <a:ext cx="80700" cy="1526144"/>
              <a:chOff x="903098" y="1179665"/>
              <a:chExt cx="80700" cy="1526144"/>
            </a:xfrm>
          </p:grpSpPr>
          <p:sp>
            <p:nvSpPr>
              <p:cNvPr id="8098" name="Google Shape;8098;p58"/>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58"/>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58"/>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58"/>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58"/>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58"/>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58"/>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58"/>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58"/>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58"/>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8" name="Google Shape;8108;p58"/>
            <p:cNvGrpSpPr/>
            <p:nvPr/>
          </p:nvGrpSpPr>
          <p:grpSpPr>
            <a:xfrm>
              <a:off x="1076958" y="1179665"/>
              <a:ext cx="80700" cy="1526144"/>
              <a:chOff x="1076958" y="1179665"/>
              <a:chExt cx="80700" cy="1526144"/>
            </a:xfrm>
          </p:grpSpPr>
          <p:sp>
            <p:nvSpPr>
              <p:cNvPr id="8109" name="Google Shape;8109;p58"/>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58"/>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58"/>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58"/>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58"/>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58"/>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58"/>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58"/>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58"/>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58"/>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9" name="Google Shape;8119;p58"/>
            <p:cNvGrpSpPr/>
            <p:nvPr/>
          </p:nvGrpSpPr>
          <p:grpSpPr>
            <a:xfrm>
              <a:off x="1247707" y="1179665"/>
              <a:ext cx="80700" cy="1526144"/>
              <a:chOff x="1247707" y="1179665"/>
              <a:chExt cx="80700" cy="1526144"/>
            </a:xfrm>
          </p:grpSpPr>
          <p:sp>
            <p:nvSpPr>
              <p:cNvPr id="8120" name="Google Shape;8120;p58"/>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58"/>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58"/>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58"/>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58"/>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58"/>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58"/>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58"/>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58"/>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58"/>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0" name="Google Shape;8130;p58"/>
            <p:cNvGrpSpPr/>
            <p:nvPr/>
          </p:nvGrpSpPr>
          <p:grpSpPr>
            <a:xfrm>
              <a:off x="1421567" y="1179665"/>
              <a:ext cx="80700" cy="1526144"/>
              <a:chOff x="1421567" y="1179665"/>
              <a:chExt cx="80700" cy="1526144"/>
            </a:xfrm>
          </p:grpSpPr>
          <p:sp>
            <p:nvSpPr>
              <p:cNvPr id="8131" name="Google Shape;8131;p58"/>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58"/>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58"/>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58"/>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58"/>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58"/>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58"/>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58"/>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58"/>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58"/>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1" name="Google Shape;8141;p58"/>
            <p:cNvGrpSpPr/>
            <p:nvPr/>
          </p:nvGrpSpPr>
          <p:grpSpPr>
            <a:xfrm>
              <a:off x="1592327" y="1179665"/>
              <a:ext cx="80700" cy="1526144"/>
              <a:chOff x="1592327" y="1179665"/>
              <a:chExt cx="80700" cy="1526144"/>
            </a:xfrm>
          </p:grpSpPr>
          <p:sp>
            <p:nvSpPr>
              <p:cNvPr id="8142" name="Google Shape;8142;p58"/>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58"/>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58"/>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58"/>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58"/>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58"/>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58"/>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58"/>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58"/>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58"/>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2" name="Google Shape;8152;p58"/>
            <p:cNvGrpSpPr/>
            <p:nvPr/>
          </p:nvGrpSpPr>
          <p:grpSpPr>
            <a:xfrm>
              <a:off x="1766187" y="1179665"/>
              <a:ext cx="80700" cy="1526144"/>
              <a:chOff x="1766187" y="1179665"/>
              <a:chExt cx="80700" cy="1526144"/>
            </a:xfrm>
          </p:grpSpPr>
          <p:sp>
            <p:nvSpPr>
              <p:cNvPr id="8153" name="Google Shape;8153;p58"/>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58"/>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58"/>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58"/>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58"/>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58"/>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58"/>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58"/>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58"/>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58"/>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3" name="Google Shape;8163;p58"/>
            <p:cNvGrpSpPr/>
            <p:nvPr/>
          </p:nvGrpSpPr>
          <p:grpSpPr>
            <a:xfrm>
              <a:off x="1936935" y="1179665"/>
              <a:ext cx="80700" cy="1526144"/>
              <a:chOff x="1936935" y="1179665"/>
              <a:chExt cx="80700" cy="1526144"/>
            </a:xfrm>
          </p:grpSpPr>
          <p:sp>
            <p:nvSpPr>
              <p:cNvPr id="8164" name="Google Shape;8164;p58"/>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58"/>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58"/>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58"/>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58"/>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58"/>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58"/>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58"/>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58"/>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58"/>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4" name="Google Shape;8174;p58"/>
            <p:cNvGrpSpPr/>
            <p:nvPr/>
          </p:nvGrpSpPr>
          <p:grpSpPr>
            <a:xfrm>
              <a:off x="2110795" y="1179665"/>
              <a:ext cx="80700" cy="1526144"/>
              <a:chOff x="2110795" y="1179665"/>
              <a:chExt cx="80700" cy="1526144"/>
            </a:xfrm>
          </p:grpSpPr>
          <p:sp>
            <p:nvSpPr>
              <p:cNvPr id="8175" name="Google Shape;8175;p58"/>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58"/>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58"/>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58"/>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58"/>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58"/>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58"/>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58"/>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58"/>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58"/>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5" name="Google Shape;8185;p58"/>
            <p:cNvGrpSpPr/>
            <p:nvPr/>
          </p:nvGrpSpPr>
          <p:grpSpPr>
            <a:xfrm>
              <a:off x="2284655" y="1179665"/>
              <a:ext cx="80700" cy="1526144"/>
              <a:chOff x="2284655" y="1179665"/>
              <a:chExt cx="80700" cy="1526144"/>
            </a:xfrm>
          </p:grpSpPr>
          <p:sp>
            <p:nvSpPr>
              <p:cNvPr id="8186" name="Google Shape;8186;p58"/>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58"/>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58"/>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58"/>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58"/>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58"/>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58"/>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58"/>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58"/>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58"/>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96" name="Google Shape;8196;p58"/>
          <p:cNvGrpSpPr/>
          <p:nvPr/>
        </p:nvGrpSpPr>
        <p:grpSpPr>
          <a:xfrm>
            <a:off x="2603245" y="985011"/>
            <a:ext cx="1364248" cy="1102133"/>
            <a:chOff x="2623904" y="1198803"/>
            <a:chExt cx="1364248" cy="1102133"/>
          </a:xfrm>
        </p:grpSpPr>
        <p:grpSp>
          <p:nvGrpSpPr>
            <p:cNvPr id="8197" name="Google Shape;8197;p58"/>
            <p:cNvGrpSpPr/>
            <p:nvPr/>
          </p:nvGrpSpPr>
          <p:grpSpPr>
            <a:xfrm>
              <a:off x="2623907" y="1198803"/>
              <a:ext cx="1364245" cy="273000"/>
              <a:chOff x="2623907" y="1198803"/>
              <a:chExt cx="1364245" cy="273000"/>
            </a:xfrm>
          </p:grpSpPr>
          <p:sp>
            <p:nvSpPr>
              <p:cNvPr id="8198" name="Google Shape;8198;p58"/>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58"/>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58"/>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58"/>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58"/>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3" name="Google Shape;8203;p58"/>
            <p:cNvGrpSpPr/>
            <p:nvPr/>
          </p:nvGrpSpPr>
          <p:grpSpPr>
            <a:xfrm>
              <a:off x="2623904" y="1476964"/>
              <a:ext cx="1364245" cy="273000"/>
              <a:chOff x="2623904" y="1476964"/>
              <a:chExt cx="1364245" cy="273000"/>
            </a:xfrm>
          </p:grpSpPr>
          <p:sp>
            <p:nvSpPr>
              <p:cNvPr id="8204" name="Google Shape;8204;p58"/>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58"/>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58"/>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58"/>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58"/>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9" name="Google Shape;8209;p58"/>
            <p:cNvGrpSpPr/>
            <p:nvPr/>
          </p:nvGrpSpPr>
          <p:grpSpPr>
            <a:xfrm>
              <a:off x="2623907" y="1749775"/>
              <a:ext cx="1364245" cy="273000"/>
              <a:chOff x="2623907" y="1749775"/>
              <a:chExt cx="1364245" cy="273000"/>
            </a:xfrm>
          </p:grpSpPr>
          <p:sp>
            <p:nvSpPr>
              <p:cNvPr id="8210" name="Google Shape;8210;p58"/>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58"/>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58"/>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58"/>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58"/>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5" name="Google Shape;8215;p58"/>
            <p:cNvGrpSpPr/>
            <p:nvPr/>
          </p:nvGrpSpPr>
          <p:grpSpPr>
            <a:xfrm>
              <a:off x="2623904" y="2027936"/>
              <a:ext cx="1364245" cy="273000"/>
              <a:chOff x="2623904" y="2027936"/>
              <a:chExt cx="1364245" cy="273000"/>
            </a:xfrm>
          </p:grpSpPr>
          <p:sp>
            <p:nvSpPr>
              <p:cNvPr id="8216" name="Google Shape;8216;p58"/>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58"/>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58"/>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58"/>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58"/>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21" name="Google Shape;8221;p58"/>
          <p:cNvGrpSpPr/>
          <p:nvPr/>
        </p:nvGrpSpPr>
        <p:grpSpPr>
          <a:xfrm>
            <a:off x="2592706" y="2444193"/>
            <a:ext cx="1387541" cy="159124"/>
            <a:chOff x="3200660" y="2180272"/>
            <a:chExt cx="2563824" cy="378237"/>
          </a:xfrm>
        </p:grpSpPr>
        <p:sp>
          <p:nvSpPr>
            <p:cNvPr id="8222" name="Google Shape;8222;p58"/>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58"/>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58"/>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58"/>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58"/>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58"/>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58"/>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58"/>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58"/>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58"/>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58"/>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58"/>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58"/>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58"/>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58"/>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58"/>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58"/>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58"/>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0" name="Google Shape;8240;p58"/>
          <p:cNvGrpSpPr/>
          <p:nvPr/>
        </p:nvGrpSpPr>
        <p:grpSpPr>
          <a:xfrm>
            <a:off x="2589231" y="2722018"/>
            <a:ext cx="1390502" cy="159625"/>
            <a:chOff x="3530150" y="2790075"/>
            <a:chExt cx="1962600" cy="225300"/>
          </a:xfrm>
        </p:grpSpPr>
        <p:sp>
          <p:nvSpPr>
            <p:cNvPr id="8241" name="Google Shape;8241;p58"/>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58"/>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3" name="Google Shape;8243;p58"/>
          <p:cNvGrpSpPr/>
          <p:nvPr/>
        </p:nvGrpSpPr>
        <p:grpSpPr>
          <a:xfrm>
            <a:off x="2589884" y="3000344"/>
            <a:ext cx="1411629" cy="153761"/>
            <a:chOff x="3558802" y="4011427"/>
            <a:chExt cx="1866000" cy="111300"/>
          </a:xfrm>
        </p:grpSpPr>
        <p:sp>
          <p:nvSpPr>
            <p:cNvPr id="8244" name="Google Shape;8244;p5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58"/>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6" name="Google Shape;8246;p58"/>
          <p:cNvGrpSpPr/>
          <p:nvPr/>
        </p:nvGrpSpPr>
        <p:grpSpPr>
          <a:xfrm>
            <a:off x="2589576" y="2205744"/>
            <a:ext cx="1383503" cy="119749"/>
            <a:chOff x="3465975" y="2270276"/>
            <a:chExt cx="1986364" cy="171929"/>
          </a:xfrm>
        </p:grpSpPr>
        <p:sp>
          <p:nvSpPr>
            <p:cNvPr id="8247" name="Google Shape;8247;p58"/>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58"/>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58"/>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58"/>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58"/>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58"/>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58"/>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58"/>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5" name="Google Shape;8255;p58"/>
          <p:cNvGrpSpPr/>
          <p:nvPr/>
        </p:nvGrpSpPr>
        <p:grpSpPr>
          <a:xfrm>
            <a:off x="2600584" y="3569394"/>
            <a:ext cx="1369531" cy="195460"/>
            <a:chOff x="723300" y="4253549"/>
            <a:chExt cx="2276482" cy="324900"/>
          </a:xfrm>
        </p:grpSpPr>
        <p:sp>
          <p:nvSpPr>
            <p:cNvPr id="8256" name="Google Shape;8256;p58"/>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58"/>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58"/>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58"/>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58"/>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58"/>
          <p:cNvGrpSpPr/>
          <p:nvPr/>
        </p:nvGrpSpPr>
        <p:grpSpPr>
          <a:xfrm>
            <a:off x="2590145" y="3270574"/>
            <a:ext cx="1389066" cy="180119"/>
            <a:chOff x="705948" y="3788465"/>
            <a:chExt cx="2308953" cy="299400"/>
          </a:xfrm>
        </p:grpSpPr>
        <p:sp>
          <p:nvSpPr>
            <p:cNvPr id="8262" name="Google Shape;8262;p58"/>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58"/>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58"/>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58"/>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58"/>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7" name="Google Shape;8267;p58"/>
          <p:cNvGrpSpPr/>
          <p:nvPr/>
        </p:nvGrpSpPr>
        <p:grpSpPr>
          <a:xfrm>
            <a:off x="2638082" y="3883554"/>
            <a:ext cx="1304609" cy="294074"/>
            <a:chOff x="2658741" y="4097347"/>
            <a:chExt cx="1304609" cy="294074"/>
          </a:xfrm>
        </p:grpSpPr>
        <p:grpSp>
          <p:nvGrpSpPr>
            <p:cNvPr id="8268" name="Google Shape;8268;p58"/>
            <p:cNvGrpSpPr/>
            <p:nvPr/>
          </p:nvGrpSpPr>
          <p:grpSpPr>
            <a:xfrm>
              <a:off x="2658741" y="4097347"/>
              <a:ext cx="118572" cy="294074"/>
              <a:chOff x="3343310" y="4475555"/>
              <a:chExt cx="127717" cy="316753"/>
            </a:xfrm>
          </p:grpSpPr>
          <p:sp>
            <p:nvSpPr>
              <p:cNvPr id="8269" name="Google Shape;8269;p58"/>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58"/>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1" name="Google Shape;8271;p58"/>
            <p:cNvGrpSpPr/>
            <p:nvPr/>
          </p:nvGrpSpPr>
          <p:grpSpPr>
            <a:xfrm>
              <a:off x="3815519" y="4098388"/>
              <a:ext cx="147831" cy="291991"/>
              <a:chOff x="3527539" y="4476677"/>
              <a:chExt cx="159232" cy="314510"/>
            </a:xfrm>
          </p:grpSpPr>
          <p:sp>
            <p:nvSpPr>
              <p:cNvPr id="8272" name="Google Shape;8272;p58"/>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58"/>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4" name="Google Shape;8274;p58"/>
            <p:cNvGrpSpPr/>
            <p:nvPr/>
          </p:nvGrpSpPr>
          <p:grpSpPr>
            <a:xfrm>
              <a:off x="3511696" y="4098388"/>
              <a:ext cx="147831" cy="291991"/>
              <a:chOff x="3527539" y="4476677"/>
              <a:chExt cx="159232" cy="314510"/>
            </a:xfrm>
          </p:grpSpPr>
          <p:sp>
            <p:nvSpPr>
              <p:cNvPr id="8275" name="Google Shape;8275;p58"/>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58"/>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7" name="Google Shape;8277;p58"/>
            <p:cNvGrpSpPr/>
            <p:nvPr/>
          </p:nvGrpSpPr>
          <p:grpSpPr>
            <a:xfrm>
              <a:off x="3207874" y="4098388"/>
              <a:ext cx="147831" cy="291991"/>
              <a:chOff x="3527539" y="4476677"/>
              <a:chExt cx="159232" cy="314510"/>
            </a:xfrm>
          </p:grpSpPr>
          <p:sp>
            <p:nvSpPr>
              <p:cNvPr id="8278" name="Google Shape;8278;p58"/>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58"/>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0" name="Google Shape;8280;p58"/>
            <p:cNvGrpSpPr/>
            <p:nvPr/>
          </p:nvGrpSpPr>
          <p:grpSpPr>
            <a:xfrm>
              <a:off x="2933305" y="4097347"/>
              <a:ext cx="118572" cy="294074"/>
              <a:chOff x="3343310" y="4475555"/>
              <a:chExt cx="127717" cy="316753"/>
            </a:xfrm>
          </p:grpSpPr>
          <p:sp>
            <p:nvSpPr>
              <p:cNvPr id="8281" name="Google Shape;8281;p58"/>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58"/>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83" name="Google Shape;8283;p58"/>
          <p:cNvGrpSpPr/>
          <p:nvPr/>
        </p:nvGrpSpPr>
        <p:grpSpPr>
          <a:xfrm>
            <a:off x="4256912" y="1866676"/>
            <a:ext cx="1433821" cy="191501"/>
            <a:chOff x="4273350" y="2080469"/>
            <a:chExt cx="1433821" cy="191501"/>
          </a:xfrm>
        </p:grpSpPr>
        <p:grpSp>
          <p:nvGrpSpPr>
            <p:cNvPr id="8284" name="Google Shape;8284;p58"/>
            <p:cNvGrpSpPr/>
            <p:nvPr/>
          </p:nvGrpSpPr>
          <p:grpSpPr>
            <a:xfrm>
              <a:off x="4273350" y="2080469"/>
              <a:ext cx="1433821" cy="0"/>
              <a:chOff x="5224975" y="2962250"/>
              <a:chExt cx="1544400" cy="0"/>
            </a:xfrm>
          </p:grpSpPr>
          <p:cxnSp>
            <p:nvCxnSpPr>
              <p:cNvPr id="8285" name="Google Shape;8285;p58"/>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286" name="Google Shape;8286;p58"/>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8287" name="Google Shape;8287;p58"/>
            <p:cNvGrpSpPr/>
            <p:nvPr/>
          </p:nvGrpSpPr>
          <p:grpSpPr>
            <a:xfrm>
              <a:off x="4273350" y="2271969"/>
              <a:ext cx="1433821" cy="0"/>
              <a:chOff x="5224975" y="2962250"/>
              <a:chExt cx="1544400" cy="0"/>
            </a:xfrm>
          </p:grpSpPr>
          <p:cxnSp>
            <p:nvCxnSpPr>
              <p:cNvPr id="8288" name="Google Shape;8288;p58"/>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289" name="Google Shape;8289;p58"/>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8290" name="Google Shape;8290;p58"/>
          <p:cNvGrpSpPr/>
          <p:nvPr/>
        </p:nvGrpSpPr>
        <p:grpSpPr>
          <a:xfrm>
            <a:off x="4258467" y="969244"/>
            <a:ext cx="1430711" cy="743389"/>
            <a:chOff x="5159450" y="1919950"/>
            <a:chExt cx="1541050" cy="862500"/>
          </a:xfrm>
        </p:grpSpPr>
        <p:sp>
          <p:nvSpPr>
            <p:cNvPr id="8291" name="Google Shape;8291;p58"/>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8292" name="Google Shape;8292;p58"/>
            <p:cNvGrpSpPr/>
            <p:nvPr/>
          </p:nvGrpSpPr>
          <p:grpSpPr>
            <a:xfrm>
              <a:off x="5159450" y="1919950"/>
              <a:ext cx="1541050" cy="862500"/>
              <a:chOff x="5159450" y="1919950"/>
              <a:chExt cx="1541050" cy="862500"/>
            </a:xfrm>
          </p:grpSpPr>
          <p:cxnSp>
            <p:nvCxnSpPr>
              <p:cNvPr id="8293" name="Google Shape;8293;p58"/>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8294" name="Google Shape;8294;p58"/>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8295" name="Google Shape;8295;p58"/>
          <p:cNvGrpSpPr/>
          <p:nvPr/>
        </p:nvGrpSpPr>
        <p:grpSpPr>
          <a:xfrm>
            <a:off x="4248581" y="2192571"/>
            <a:ext cx="1450484" cy="1052087"/>
            <a:chOff x="5230575" y="1554475"/>
            <a:chExt cx="2137150" cy="1550150"/>
          </a:xfrm>
        </p:grpSpPr>
        <p:sp>
          <p:nvSpPr>
            <p:cNvPr id="8296" name="Google Shape;8296;p58"/>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58"/>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58"/>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58"/>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58"/>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58"/>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58"/>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58"/>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58"/>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58"/>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58"/>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58"/>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58"/>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9" name="Google Shape;8309;p58"/>
          <p:cNvGrpSpPr/>
          <p:nvPr/>
        </p:nvGrpSpPr>
        <p:grpSpPr>
          <a:xfrm rot="10800000">
            <a:off x="4265131" y="3284761"/>
            <a:ext cx="1417383" cy="887946"/>
            <a:chOff x="5645403" y="2920021"/>
            <a:chExt cx="2650800" cy="2180614"/>
          </a:xfrm>
        </p:grpSpPr>
        <p:sp>
          <p:nvSpPr>
            <p:cNvPr id="8310" name="Google Shape;8310;p58"/>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1" name="Google Shape;8311;p58"/>
            <p:cNvCxnSpPr>
              <a:stCxn id="8310"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8312" name="Google Shape;8312;p58"/>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3" name="Google Shape;8313;p58"/>
            <p:cNvCxnSpPr>
              <a:endCxn id="8312"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8314" name="Google Shape;8314;p58"/>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5" name="Google Shape;8315;p58"/>
            <p:cNvCxnSpPr>
              <a:stCxn id="8314"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8316" name="Google Shape;8316;p58"/>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7" name="Google Shape;8317;p58"/>
            <p:cNvCxnSpPr>
              <a:endCxn id="8316"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8318" name="Google Shape;8318;p58"/>
          <p:cNvGrpSpPr/>
          <p:nvPr/>
        </p:nvGrpSpPr>
        <p:grpSpPr>
          <a:xfrm>
            <a:off x="7365491" y="2188116"/>
            <a:ext cx="1071743" cy="1021579"/>
            <a:chOff x="7189833" y="2022667"/>
            <a:chExt cx="1251159" cy="1192597"/>
          </a:xfrm>
        </p:grpSpPr>
        <p:sp>
          <p:nvSpPr>
            <p:cNvPr id="8319" name="Google Shape;8319;p58"/>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58"/>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58"/>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58"/>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3" name="Google Shape;8323;p58"/>
          <p:cNvGrpSpPr/>
          <p:nvPr/>
        </p:nvGrpSpPr>
        <p:grpSpPr>
          <a:xfrm>
            <a:off x="706762" y="2614523"/>
            <a:ext cx="1695374" cy="1560837"/>
            <a:chOff x="727421" y="2828315"/>
            <a:chExt cx="1695374" cy="1560837"/>
          </a:xfrm>
        </p:grpSpPr>
        <p:grpSp>
          <p:nvGrpSpPr>
            <p:cNvPr id="8324" name="Google Shape;8324;p58"/>
            <p:cNvGrpSpPr/>
            <p:nvPr/>
          </p:nvGrpSpPr>
          <p:grpSpPr>
            <a:xfrm>
              <a:off x="819108" y="2882501"/>
              <a:ext cx="103104" cy="1426186"/>
              <a:chOff x="4674013" y="3100904"/>
              <a:chExt cx="122758" cy="1698043"/>
            </a:xfrm>
          </p:grpSpPr>
          <p:sp>
            <p:nvSpPr>
              <p:cNvPr id="8325" name="Google Shape;8325;p58"/>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58"/>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58"/>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58"/>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58"/>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58"/>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58"/>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2" name="Google Shape;8332;p58"/>
            <p:cNvGrpSpPr/>
            <p:nvPr/>
          </p:nvGrpSpPr>
          <p:grpSpPr>
            <a:xfrm>
              <a:off x="1062475" y="2882501"/>
              <a:ext cx="103104" cy="1426186"/>
              <a:chOff x="4940438" y="3100904"/>
              <a:chExt cx="122758" cy="1698043"/>
            </a:xfrm>
          </p:grpSpPr>
          <p:sp>
            <p:nvSpPr>
              <p:cNvPr id="8333" name="Google Shape;8333;p58"/>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58"/>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58"/>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58"/>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58"/>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58"/>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58"/>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58"/>
            <p:cNvGrpSpPr/>
            <p:nvPr/>
          </p:nvGrpSpPr>
          <p:grpSpPr>
            <a:xfrm>
              <a:off x="1299324" y="2882501"/>
              <a:ext cx="103104" cy="1426186"/>
              <a:chOff x="5206863" y="3100904"/>
              <a:chExt cx="122758" cy="1698043"/>
            </a:xfrm>
          </p:grpSpPr>
          <p:sp>
            <p:nvSpPr>
              <p:cNvPr id="8341" name="Google Shape;8341;p58"/>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58"/>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58"/>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58"/>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58"/>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58"/>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58"/>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8" name="Google Shape;8348;p58"/>
            <p:cNvGrpSpPr/>
            <p:nvPr/>
          </p:nvGrpSpPr>
          <p:grpSpPr>
            <a:xfrm>
              <a:off x="1786057" y="2882501"/>
              <a:ext cx="103104" cy="1426186"/>
              <a:chOff x="6006138" y="3143629"/>
              <a:chExt cx="122758" cy="1698043"/>
            </a:xfrm>
          </p:grpSpPr>
          <p:sp>
            <p:nvSpPr>
              <p:cNvPr id="8349" name="Google Shape;8349;p58"/>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58"/>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58"/>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58"/>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58"/>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58"/>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58"/>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6" name="Google Shape;8356;p58"/>
            <p:cNvGrpSpPr/>
            <p:nvPr/>
          </p:nvGrpSpPr>
          <p:grpSpPr>
            <a:xfrm>
              <a:off x="2029422" y="2882501"/>
              <a:ext cx="103104" cy="1426186"/>
              <a:chOff x="6805413" y="3100904"/>
              <a:chExt cx="122758" cy="1698043"/>
            </a:xfrm>
          </p:grpSpPr>
          <p:sp>
            <p:nvSpPr>
              <p:cNvPr id="8357" name="Google Shape;8357;p58"/>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58"/>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58"/>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58"/>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58"/>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58"/>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58"/>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4" name="Google Shape;8364;p58"/>
            <p:cNvGrpSpPr/>
            <p:nvPr/>
          </p:nvGrpSpPr>
          <p:grpSpPr>
            <a:xfrm>
              <a:off x="727421" y="2828315"/>
              <a:ext cx="1695374" cy="1560837"/>
              <a:chOff x="734799" y="2782450"/>
              <a:chExt cx="1571100" cy="1577400"/>
            </a:xfrm>
          </p:grpSpPr>
          <p:cxnSp>
            <p:nvCxnSpPr>
              <p:cNvPr id="8365" name="Google Shape;8365;p58"/>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8366" name="Google Shape;8366;p58"/>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8367" name="Google Shape;8367;p58"/>
            <p:cNvGrpSpPr/>
            <p:nvPr/>
          </p:nvGrpSpPr>
          <p:grpSpPr>
            <a:xfrm>
              <a:off x="2272795" y="2882501"/>
              <a:ext cx="103104" cy="1426186"/>
              <a:chOff x="5206863" y="3100904"/>
              <a:chExt cx="122758" cy="1698043"/>
            </a:xfrm>
          </p:grpSpPr>
          <p:sp>
            <p:nvSpPr>
              <p:cNvPr id="8368" name="Google Shape;8368;p58"/>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58"/>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58"/>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58"/>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58"/>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58"/>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58"/>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5" name="Google Shape;8375;p58"/>
            <p:cNvGrpSpPr/>
            <p:nvPr/>
          </p:nvGrpSpPr>
          <p:grpSpPr>
            <a:xfrm>
              <a:off x="1542694" y="2882501"/>
              <a:ext cx="103104" cy="1426186"/>
              <a:chOff x="6006138" y="3143629"/>
              <a:chExt cx="122758" cy="1698043"/>
            </a:xfrm>
          </p:grpSpPr>
          <p:sp>
            <p:nvSpPr>
              <p:cNvPr id="8376" name="Google Shape;8376;p58"/>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58"/>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58"/>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58"/>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58"/>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58"/>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58"/>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83" name="Google Shape;8383;p58"/>
          <p:cNvGrpSpPr/>
          <p:nvPr/>
        </p:nvGrpSpPr>
        <p:grpSpPr>
          <a:xfrm>
            <a:off x="5915341" y="2192094"/>
            <a:ext cx="1248543" cy="1025319"/>
            <a:chOff x="5183758" y="1210600"/>
            <a:chExt cx="3605380" cy="2960783"/>
          </a:xfrm>
        </p:grpSpPr>
        <p:sp>
          <p:nvSpPr>
            <p:cNvPr id="8384" name="Google Shape;8384;p58"/>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58"/>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58"/>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58"/>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88" name="Google Shape;8388;p58"/>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8389" name="Google Shape;8389;p58"/>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8390" name="Google Shape;8390;p58"/>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8391" name="Google Shape;8391;p58"/>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8392" name="Google Shape;8392;p58"/>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3" name="Google Shape;8393;p58"/>
          <p:cNvGrpSpPr/>
          <p:nvPr/>
        </p:nvGrpSpPr>
        <p:grpSpPr>
          <a:xfrm>
            <a:off x="5772403" y="3330411"/>
            <a:ext cx="2664831" cy="843440"/>
            <a:chOff x="5916567" y="1099697"/>
            <a:chExt cx="2556683" cy="809211"/>
          </a:xfrm>
        </p:grpSpPr>
        <p:sp>
          <p:nvSpPr>
            <p:cNvPr id="8394" name="Google Shape;8394;p58"/>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58"/>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58"/>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58"/>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58"/>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58"/>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58"/>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58"/>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2" name="Google Shape;8402;p58"/>
          <p:cNvGrpSpPr/>
          <p:nvPr/>
        </p:nvGrpSpPr>
        <p:grpSpPr>
          <a:xfrm>
            <a:off x="5879943" y="979270"/>
            <a:ext cx="1299851" cy="1023338"/>
            <a:chOff x="5900602" y="1193063"/>
            <a:chExt cx="1299851" cy="1023338"/>
          </a:xfrm>
        </p:grpSpPr>
        <p:grpSp>
          <p:nvGrpSpPr>
            <p:cNvPr id="8403" name="Google Shape;8403;p58"/>
            <p:cNvGrpSpPr/>
            <p:nvPr/>
          </p:nvGrpSpPr>
          <p:grpSpPr>
            <a:xfrm>
              <a:off x="6743564" y="1193063"/>
              <a:ext cx="456889" cy="700379"/>
              <a:chOff x="6743564" y="1193063"/>
              <a:chExt cx="456889" cy="700379"/>
            </a:xfrm>
          </p:grpSpPr>
          <p:grpSp>
            <p:nvGrpSpPr>
              <p:cNvPr id="8404" name="Google Shape;8404;p58"/>
              <p:cNvGrpSpPr/>
              <p:nvPr/>
            </p:nvGrpSpPr>
            <p:grpSpPr>
              <a:xfrm>
                <a:off x="6743564" y="1690731"/>
                <a:ext cx="214402" cy="202710"/>
                <a:chOff x="6743564" y="1690731"/>
                <a:chExt cx="214402" cy="202710"/>
              </a:xfrm>
            </p:grpSpPr>
            <p:sp>
              <p:nvSpPr>
                <p:cNvPr id="8405" name="Google Shape;8405;p58"/>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58"/>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7" name="Google Shape;8407;p58"/>
              <p:cNvGrpSpPr/>
              <p:nvPr/>
            </p:nvGrpSpPr>
            <p:grpSpPr>
              <a:xfrm>
                <a:off x="6915505" y="1193063"/>
                <a:ext cx="284947" cy="589637"/>
                <a:chOff x="6915505" y="1193063"/>
                <a:chExt cx="284947" cy="589637"/>
              </a:xfrm>
            </p:grpSpPr>
            <p:sp>
              <p:nvSpPr>
                <p:cNvPr id="8408" name="Google Shape;8408;p58"/>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09" name="Google Shape;8409;p58"/>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8410" name="Google Shape;8410;p58"/>
            <p:cNvGrpSpPr/>
            <p:nvPr/>
          </p:nvGrpSpPr>
          <p:grpSpPr>
            <a:xfrm>
              <a:off x="6520337" y="1193063"/>
              <a:ext cx="341815" cy="801589"/>
              <a:chOff x="6520337" y="1193063"/>
              <a:chExt cx="341815" cy="801589"/>
            </a:xfrm>
          </p:grpSpPr>
          <p:grpSp>
            <p:nvGrpSpPr>
              <p:cNvPr id="8411" name="Google Shape;8411;p58"/>
              <p:cNvGrpSpPr/>
              <p:nvPr/>
            </p:nvGrpSpPr>
            <p:grpSpPr>
              <a:xfrm>
                <a:off x="6520337" y="1589527"/>
                <a:ext cx="213950" cy="405125"/>
                <a:chOff x="6520337" y="1589527"/>
                <a:chExt cx="213950" cy="405125"/>
              </a:xfrm>
            </p:grpSpPr>
            <p:sp>
              <p:nvSpPr>
                <p:cNvPr id="8412" name="Google Shape;8412;p58"/>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58"/>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4" name="Google Shape;8414;p58"/>
              <p:cNvGrpSpPr/>
              <p:nvPr/>
            </p:nvGrpSpPr>
            <p:grpSpPr>
              <a:xfrm>
                <a:off x="6577204" y="1193063"/>
                <a:ext cx="284947" cy="453562"/>
                <a:chOff x="6577204" y="1193063"/>
                <a:chExt cx="284947" cy="453562"/>
              </a:xfrm>
            </p:grpSpPr>
            <p:sp>
              <p:nvSpPr>
                <p:cNvPr id="8415" name="Google Shape;8415;p58"/>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16" name="Google Shape;8416;p58"/>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8417" name="Google Shape;8417;p58"/>
            <p:cNvGrpSpPr/>
            <p:nvPr/>
          </p:nvGrpSpPr>
          <p:grpSpPr>
            <a:xfrm>
              <a:off x="6238903" y="1193063"/>
              <a:ext cx="300475" cy="901782"/>
              <a:chOff x="6238903" y="1193063"/>
              <a:chExt cx="300475" cy="901782"/>
            </a:xfrm>
          </p:grpSpPr>
          <p:grpSp>
            <p:nvGrpSpPr>
              <p:cNvPr id="8418" name="Google Shape;8418;p58"/>
              <p:cNvGrpSpPr/>
              <p:nvPr/>
            </p:nvGrpSpPr>
            <p:grpSpPr>
              <a:xfrm>
                <a:off x="6290865" y="1489315"/>
                <a:ext cx="248514" cy="605530"/>
                <a:chOff x="6290865" y="1489315"/>
                <a:chExt cx="248514" cy="605530"/>
              </a:xfrm>
            </p:grpSpPr>
            <p:sp>
              <p:nvSpPr>
                <p:cNvPr id="8419" name="Google Shape;8419;p58"/>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58"/>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1" name="Google Shape;8421;p58"/>
              <p:cNvGrpSpPr/>
              <p:nvPr/>
            </p:nvGrpSpPr>
            <p:grpSpPr>
              <a:xfrm>
                <a:off x="6238903" y="1193063"/>
                <a:ext cx="284947" cy="327512"/>
                <a:chOff x="6238903" y="1193063"/>
                <a:chExt cx="284947" cy="327512"/>
              </a:xfrm>
            </p:grpSpPr>
            <p:sp>
              <p:nvSpPr>
                <p:cNvPr id="8422" name="Google Shape;8422;p58"/>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23" name="Google Shape;8423;p58"/>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8424" name="Google Shape;8424;p58"/>
            <p:cNvGrpSpPr/>
            <p:nvPr/>
          </p:nvGrpSpPr>
          <p:grpSpPr>
            <a:xfrm>
              <a:off x="5900602" y="1193063"/>
              <a:ext cx="444345" cy="1023338"/>
              <a:chOff x="5900602" y="1193063"/>
              <a:chExt cx="444345" cy="1023338"/>
            </a:xfrm>
          </p:grpSpPr>
          <p:grpSp>
            <p:nvGrpSpPr>
              <p:cNvPr id="8425" name="Google Shape;8425;p58"/>
              <p:cNvGrpSpPr/>
              <p:nvPr/>
            </p:nvGrpSpPr>
            <p:grpSpPr>
              <a:xfrm>
                <a:off x="6046501" y="1367785"/>
                <a:ext cx="298446" cy="848616"/>
                <a:chOff x="6046501" y="1367785"/>
                <a:chExt cx="298446" cy="848616"/>
              </a:xfrm>
            </p:grpSpPr>
            <p:sp>
              <p:nvSpPr>
                <p:cNvPr id="8426" name="Google Shape;8426;p58"/>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58"/>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8" name="Google Shape;8428;p58"/>
              <p:cNvGrpSpPr/>
              <p:nvPr/>
            </p:nvGrpSpPr>
            <p:grpSpPr>
              <a:xfrm>
                <a:off x="5900602" y="1193063"/>
                <a:ext cx="284947" cy="182312"/>
                <a:chOff x="5900602" y="1193063"/>
                <a:chExt cx="284947" cy="182312"/>
              </a:xfrm>
            </p:grpSpPr>
            <p:sp>
              <p:nvSpPr>
                <p:cNvPr id="8429" name="Google Shape;8429;p58"/>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30" name="Google Shape;8430;p58"/>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8431" name="Google Shape;8431;p58"/>
          <p:cNvGrpSpPr/>
          <p:nvPr/>
        </p:nvGrpSpPr>
        <p:grpSpPr>
          <a:xfrm>
            <a:off x="7217825" y="979415"/>
            <a:ext cx="1219413" cy="1051365"/>
            <a:chOff x="7287122" y="1165658"/>
            <a:chExt cx="1219413" cy="1051365"/>
          </a:xfrm>
        </p:grpSpPr>
        <p:grpSp>
          <p:nvGrpSpPr>
            <p:cNvPr id="8432" name="Google Shape;8432;p58"/>
            <p:cNvGrpSpPr/>
            <p:nvPr/>
          </p:nvGrpSpPr>
          <p:grpSpPr>
            <a:xfrm>
              <a:off x="7287122" y="1969723"/>
              <a:ext cx="1219413" cy="247300"/>
              <a:chOff x="7287122" y="1969723"/>
              <a:chExt cx="1219413" cy="247300"/>
            </a:xfrm>
          </p:grpSpPr>
          <p:sp>
            <p:nvSpPr>
              <p:cNvPr id="8433" name="Google Shape;8433;p58"/>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34" name="Google Shape;8434;p58"/>
              <p:cNvGrpSpPr/>
              <p:nvPr/>
            </p:nvGrpSpPr>
            <p:grpSpPr>
              <a:xfrm>
                <a:off x="7287122" y="2063892"/>
                <a:ext cx="1151753" cy="73428"/>
                <a:chOff x="7287122" y="2063892"/>
                <a:chExt cx="1151753" cy="73428"/>
              </a:xfrm>
            </p:grpSpPr>
            <p:sp>
              <p:nvSpPr>
                <p:cNvPr id="8435" name="Google Shape;8435;p58"/>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36" name="Google Shape;8436;p58"/>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8437" name="Google Shape;8437;p58"/>
            <p:cNvGrpSpPr/>
            <p:nvPr/>
          </p:nvGrpSpPr>
          <p:grpSpPr>
            <a:xfrm>
              <a:off x="7287122" y="1712201"/>
              <a:ext cx="1219403" cy="246767"/>
              <a:chOff x="7287122" y="1712201"/>
              <a:chExt cx="1219403" cy="246767"/>
            </a:xfrm>
          </p:grpSpPr>
          <p:sp>
            <p:nvSpPr>
              <p:cNvPr id="8438" name="Google Shape;8438;p58"/>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39" name="Google Shape;8439;p58"/>
              <p:cNvGrpSpPr/>
              <p:nvPr/>
            </p:nvGrpSpPr>
            <p:grpSpPr>
              <a:xfrm>
                <a:off x="7287122" y="1842861"/>
                <a:ext cx="1005303" cy="73419"/>
                <a:chOff x="7287122" y="1842861"/>
                <a:chExt cx="1005303" cy="73419"/>
              </a:xfrm>
            </p:grpSpPr>
            <p:sp>
              <p:nvSpPr>
                <p:cNvPr id="8440" name="Google Shape;8440;p58"/>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41" name="Google Shape;8441;p58"/>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8442" name="Google Shape;8442;p58"/>
            <p:cNvGrpSpPr/>
            <p:nvPr/>
          </p:nvGrpSpPr>
          <p:grpSpPr>
            <a:xfrm>
              <a:off x="7287122" y="1447520"/>
              <a:ext cx="1219403" cy="286667"/>
              <a:chOff x="7287122" y="1447520"/>
              <a:chExt cx="1219403" cy="286667"/>
            </a:xfrm>
          </p:grpSpPr>
          <p:sp>
            <p:nvSpPr>
              <p:cNvPr id="8443" name="Google Shape;8443;p58"/>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44" name="Google Shape;8444;p58"/>
              <p:cNvGrpSpPr/>
              <p:nvPr/>
            </p:nvGrpSpPr>
            <p:grpSpPr>
              <a:xfrm>
                <a:off x="7287122" y="1581977"/>
                <a:ext cx="852803" cy="73428"/>
                <a:chOff x="7287122" y="1581977"/>
                <a:chExt cx="852803" cy="73428"/>
              </a:xfrm>
            </p:grpSpPr>
            <p:sp>
              <p:nvSpPr>
                <p:cNvPr id="8445" name="Google Shape;8445;p58"/>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46" name="Google Shape;8446;p58"/>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8447" name="Google Shape;8447;p58"/>
            <p:cNvGrpSpPr/>
            <p:nvPr/>
          </p:nvGrpSpPr>
          <p:grpSpPr>
            <a:xfrm>
              <a:off x="7287122" y="1165658"/>
              <a:ext cx="1219403" cy="344253"/>
              <a:chOff x="7287122" y="1165658"/>
              <a:chExt cx="1219403" cy="344253"/>
            </a:xfrm>
          </p:grpSpPr>
          <p:sp>
            <p:nvSpPr>
              <p:cNvPr id="8448" name="Google Shape;8448;p58"/>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49" name="Google Shape;8449;p58"/>
              <p:cNvGrpSpPr/>
              <p:nvPr/>
            </p:nvGrpSpPr>
            <p:grpSpPr>
              <a:xfrm>
                <a:off x="7287122" y="1341025"/>
                <a:ext cx="695703" cy="73419"/>
                <a:chOff x="7287122" y="1341025"/>
                <a:chExt cx="695703" cy="73419"/>
              </a:xfrm>
            </p:grpSpPr>
            <p:sp>
              <p:nvSpPr>
                <p:cNvPr id="8450" name="Google Shape;8450;p58"/>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51" name="Google Shape;8451;p58"/>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55"/>
        <p:cNvGrpSpPr/>
        <p:nvPr/>
      </p:nvGrpSpPr>
      <p:grpSpPr>
        <a:xfrm>
          <a:off x="0" y="0"/>
          <a:ext cx="0" cy="0"/>
          <a:chOff x="0" y="0"/>
          <a:chExt cx="0" cy="0"/>
        </a:xfrm>
      </p:grpSpPr>
      <p:grpSp>
        <p:nvGrpSpPr>
          <p:cNvPr id="8456" name="Google Shape;8456;p59"/>
          <p:cNvGrpSpPr/>
          <p:nvPr/>
        </p:nvGrpSpPr>
        <p:grpSpPr>
          <a:xfrm>
            <a:off x="846551" y="2273217"/>
            <a:ext cx="415546" cy="355053"/>
            <a:chOff x="866243" y="2291587"/>
            <a:chExt cx="415546" cy="355053"/>
          </a:xfrm>
        </p:grpSpPr>
        <p:sp>
          <p:nvSpPr>
            <p:cNvPr id="8457" name="Google Shape;8457;p59"/>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59"/>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59"/>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59"/>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59"/>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62" name="Google Shape;8462;p59"/>
          <p:cNvSpPr/>
          <p:nvPr/>
        </p:nvSpPr>
        <p:spPr>
          <a:xfrm>
            <a:off x="1392102" y="2269439"/>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63" name="Google Shape;8463;p59"/>
          <p:cNvGrpSpPr/>
          <p:nvPr/>
        </p:nvGrpSpPr>
        <p:grpSpPr>
          <a:xfrm>
            <a:off x="1938828" y="2284205"/>
            <a:ext cx="359213" cy="327807"/>
            <a:chOff x="1958520" y="2302574"/>
            <a:chExt cx="359213" cy="327807"/>
          </a:xfrm>
        </p:grpSpPr>
        <p:sp>
          <p:nvSpPr>
            <p:cNvPr id="8464" name="Google Shape;8464;p59"/>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59"/>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59"/>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7" name="Google Shape;8467;p59"/>
          <p:cNvGrpSpPr/>
          <p:nvPr/>
        </p:nvGrpSpPr>
        <p:grpSpPr>
          <a:xfrm>
            <a:off x="2560190" y="2269057"/>
            <a:ext cx="207582" cy="359594"/>
            <a:chOff x="2656082" y="2287427"/>
            <a:chExt cx="207582" cy="359594"/>
          </a:xfrm>
        </p:grpSpPr>
        <p:sp>
          <p:nvSpPr>
            <p:cNvPr id="8468" name="Google Shape;8468;p59"/>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59"/>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59"/>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59"/>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2" name="Google Shape;8472;p59"/>
          <p:cNvGrpSpPr/>
          <p:nvPr/>
        </p:nvGrpSpPr>
        <p:grpSpPr>
          <a:xfrm>
            <a:off x="3029961" y="2303099"/>
            <a:ext cx="362991" cy="290018"/>
            <a:chOff x="3049653" y="2321468"/>
            <a:chExt cx="362991" cy="290018"/>
          </a:xfrm>
        </p:grpSpPr>
        <p:sp>
          <p:nvSpPr>
            <p:cNvPr id="8473" name="Google Shape;8473;p59"/>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59"/>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59"/>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59"/>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7" name="Google Shape;8477;p59"/>
          <p:cNvGrpSpPr/>
          <p:nvPr/>
        </p:nvGrpSpPr>
        <p:grpSpPr>
          <a:xfrm>
            <a:off x="3544551" y="2271534"/>
            <a:ext cx="422342" cy="355243"/>
            <a:chOff x="3564243" y="2289904"/>
            <a:chExt cx="422342" cy="355243"/>
          </a:xfrm>
        </p:grpSpPr>
        <p:sp>
          <p:nvSpPr>
            <p:cNvPr id="8478" name="Google Shape;8478;p59"/>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59"/>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59"/>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59"/>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59"/>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3" name="Google Shape;8483;p59"/>
          <p:cNvSpPr/>
          <p:nvPr/>
        </p:nvSpPr>
        <p:spPr>
          <a:xfrm>
            <a:off x="4124143" y="2269820"/>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84" name="Google Shape;8484;p59"/>
          <p:cNvGrpSpPr/>
          <p:nvPr/>
        </p:nvGrpSpPr>
        <p:grpSpPr>
          <a:xfrm>
            <a:off x="4668202" y="2271344"/>
            <a:ext cx="359594" cy="353909"/>
            <a:chOff x="4687894" y="2289713"/>
            <a:chExt cx="359594" cy="353909"/>
          </a:xfrm>
        </p:grpSpPr>
        <p:sp>
          <p:nvSpPr>
            <p:cNvPr id="8485" name="Google Shape;8485;p59"/>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59"/>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59"/>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8" name="Google Shape;8488;p59"/>
          <p:cNvSpPr/>
          <p:nvPr/>
        </p:nvSpPr>
        <p:spPr>
          <a:xfrm>
            <a:off x="5214928" y="226870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89" name="Google Shape;8489;p59"/>
          <p:cNvGrpSpPr/>
          <p:nvPr/>
        </p:nvGrpSpPr>
        <p:grpSpPr>
          <a:xfrm>
            <a:off x="6352932" y="2289857"/>
            <a:ext cx="263567" cy="317614"/>
            <a:chOff x="6421399" y="2308227"/>
            <a:chExt cx="263567" cy="317614"/>
          </a:xfrm>
        </p:grpSpPr>
        <p:sp>
          <p:nvSpPr>
            <p:cNvPr id="8490" name="Google Shape;8490;p59"/>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59"/>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59"/>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59"/>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4" name="Google Shape;8494;p59"/>
          <p:cNvGrpSpPr/>
          <p:nvPr/>
        </p:nvGrpSpPr>
        <p:grpSpPr>
          <a:xfrm>
            <a:off x="6850501" y="2277250"/>
            <a:ext cx="360356" cy="343462"/>
            <a:chOff x="6870193" y="2295620"/>
            <a:chExt cx="360356" cy="343462"/>
          </a:xfrm>
        </p:grpSpPr>
        <p:sp>
          <p:nvSpPr>
            <p:cNvPr id="8495" name="Google Shape;8495;p59"/>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59"/>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7" name="Google Shape;8497;p59"/>
          <p:cNvGrpSpPr/>
          <p:nvPr/>
        </p:nvGrpSpPr>
        <p:grpSpPr>
          <a:xfrm>
            <a:off x="7421773" y="2284490"/>
            <a:ext cx="342192" cy="327140"/>
            <a:chOff x="7441465" y="2302860"/>
            <a:chExt cx="342192" cy="327140"/>
          </a:xfrm>
        </p:grpSpPr>
        <p:sp>
          <p:nvSpPr>
            <p:cNvPr id="8498" name="Google Shape;8498;p59"/>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59"/>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0" name="Google Shape;8500;p59"/>
          <p:cNvGrpSpPr/>
          <p:nvPr/>
        </p:nvGrpSpPr>
        <p:grpSpPr>
          <a:xfrm>
            <a:off x="7969991" y="2331837"/>
            <a:ext cx="332761" cy="234066"/>
            <a:chOff x="7989683" y="2350207"/>
            <a:chExt cx="332761" cy="234066"/>
          </a:xfrm>
        </p:grpSpPr>
        <p:sp>
          <p:nvSpPr>
            <p:cNvPr id="8501" name="Google Shape;8501;p59"/>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59"/>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59"/>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59"/>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59"/>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59"/>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7" name="Google Shape;8507;p59"/>
          <p:cNvGrpSpPr/>
          <p:nvPr/>
        </p:nvGrpSpPr>
        <p:grpSpPr>
          <a:xfrm>
            <a:off x="5803602" y="2291381"/>
            <a:ext cx="315327" cy="314978"/>
            <a:chOff x="5823294" y="2309751"/>
            <a:chExt cx="315327" cy="314978"/>
          </a:xfrm>
        </p:grpSpPr>
        <p:sp>
          <p:nvSpPr>
            <p:cNvPr id="8508" name="Google Shape;8508;p59"/>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59"/>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59"/>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59"/>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59"/>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59"/>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59"/>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59"/>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59"/>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59"/>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59"/>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59"/>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59"/>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59"/>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59"/>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59"/>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59"/>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5" name="Google Shape;8525;p59"/>
          <p:cNvGrpSpPr/>
          <p:nvPr/>
        </p:nvGrpSpPr>
        <p:grpSpPr>
          <a:xfrm>
            <a:off x="2477583" y="2725790"/>
            <a:ext cx="370930" cy="370549"/>
            <a:chOff x="2497275" y="2744159"/>
            <a:chExt cx="370930" cy="370549"/>
          </a:xfrm>
        </p:grpSpPr>
        <p:sp>
          <p:nvSpPr>
            <p:cNvPr id="8526" name="Google Shape;8526;p59"/>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59"/>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59"/>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59"/>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59"/>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59"/>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2" name="Google Shape;8532;p59"/>
          <p:cNvGrpSpPr/>
          <p:nvPr/>
        </p:nvGrpSpPr>
        <p:grpSpPr>
          <a:xfrm>
            <a:off x="841248" y="2728108"/>
            <a:ext cx="371883" cy="365691"/>
            <a:chOff x="860940" y="2746477"/>
            <a:chExt cx="371883" cy="365691"/>
          </a:xfrm>
        </p:grpSpPr>
        <p:sp>
          <p:nvSpPr>
            <p:cNvPr id="8533" name="Google Shape;8533;p59"/>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59"/>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59"/>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59"/>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59"/>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59"/>
          <p:cNvGrpSpPr/>
          <p:nvPr/>
        </p:nvGrpSpPr>
        <p:grpSpPr>
          <a:xfrm>
            <a:off x="1431144" y="2747889"/>
            <a:ext cx="283985" cy="341080"/>
            <a:chOff x="1493849" y="2775533"/>
            <a:chExt cx="283985" cy="341080"/>
          </a:xfrm>
        </p:grpSpPr>
        <p:sp>
          <p:nvSpPr>
            <p:cNvPr id="8539" name="Google Shape;8539;p59"/>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59"/>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59"/>
          <p:cNvGrpSpPr/>
          <p:nvPr/>
        </p:nvGrpSpPr>
        <p:grpSpPr>
          <a:xfrm>
            <a:off x="1933144" y="2756052"/>
            <a:ext cx="372835" cy="342573"/>
            <a:chOff x="1952836" y="2774422"/>
            <a:chExt cx="372835" cy="342573"/>
          </a:xfrm>
        </p:grpSpPr>
        <p:sp>
          <p:nvSpPr>
            <p:cNvPr id="8542" name="Google Shape;8542;p59"/>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59"/>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59"/>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5" name="Google Shape;8545;p59"/>
          <p:cNvGrpSpPr/>
          <p:nvPr/>
        </p:nvGrpSpPr>
        <p:grpSpPr>
          <a:xfrm>
            <a:off x="3060224" y="2726107"/>
            <a:ext cx="332729" cy="372518"/>
            <a:chOff x="3079916" y="2744477"/>
            <a:chExt cx="332729" cy="372518"/>
          </a:xfrm>
        </p:grpSpPr>
        <p:sp>
          <p:nvSpPr>
            <p:cNvPr id="8546" name="Google Shape;8546;p59"/>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59"/>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59"/>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9" name="Google Shape;8549;p59"/>
          <p:cNvGrpSpPr/>
          <p:nvPr/>
        </p:nvGrpSpPr>
        <p:grpSpPr>
          <a:xfrm>
            <a:off x="3600884" y="2727155"/>
            <a:ext cx="336889" cy="355592"/>
            <a:chOff x="3620576" y="2745525"/>
            <a:chExt cx="336889" cy="355592"/>
          </a:xfrm>
        </p:grpSpPr>
        <p:sp>
          <p:nvSpPr>
            <p:cNvPr id="8550" name="Google Shape;8550;p59"/>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59"/>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2" name="Google Shape;8552;p59"/>
          <p:cNvGrpSpPr/>
          <p:nvPr/>
        </p:nvGrpSpPr>
        <p:grpSpPr>
          <a:xfrm>
            <a:off x="4107123" y="2742334"/>
            <a:ext cx="380393" cy="363118"/>
            <a:chOff x="4126815" y="2760704"/>
            <a:chExt cx="380393" cy="363118"/>
          </a:xfrm>
        </p:grpSpPr>
        <p:sp>
          <p:nvSpPr>
            <p:cNvPr id="8553" name="Google Shape;8553;p59"/>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59"/>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59"/>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59"/>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7" name="Google Shape;8557;p59"/>
          <p:cNvGrpSpPr/>
          <p:nvPr/>
        </p:nvGrpSpPr>
        <p:grpSpPr>
          <a:xfrm>
            <a:off x="4656294" y="2727314"/>
            <a:ext cx="381346" cy="368644"/>
            <a:chOff x="4675986" y="2745684"/>
            <a:chExt cx="381346" cy="368644"/>
          </a:xfrm>
        </p:grpSpPr>
        <p:sp>
          <p:nvSpPr>
            <p:cNvPr id="8558" name="Google Shape;8558;p59"/>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59"/>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0" name="Google Shape;8560;p59"/>
          <p:cNvGrpSpPr/>
          <p:nvPr/>
        </p:nvGrpSpPr>
        <p:grpSpPr>
          <a:xfrm>
            <a:off x="5200924" y="2772692"/>
            <a:ext cx="373185" cy="302466"/>
            <a:chOff x="5220616" y="2791061"/>
            <a:chExt cx="373185" cy="302466"/>
          </a:xfrm>
        </p:grpSpPr>
        <p:sp>
          <p:nvSpPr>
            <p:cNvPr id="8561" name="Google Shape;8561;p59"/>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59"/>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59"/>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59"/>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59"/>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59"/>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59"/>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59"/>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59"/>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59"/>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59"/>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59"/>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59"/>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59"/>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59"/>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59"/>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59"/>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59"/>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9" name="Google Shape;8579;p59"/>
          <p:cNvGrpSpPr/>
          <p:nvPr/>
        </p:nvGrpSpPr>
        <p:grpSpPr>
          <a:xfrm>
            <a:off x="5768969" y="2754147"/>
            <a:ext cx="284366" cy="344097"/>
            <a:chOff x="5864861" y="2772517"/>
            <a:chExt cx="284366" cy="344097"/>
          </a:xfrm>
        </p:grpSpPr>
        <p:sp>
          <p:nvSpPr>
            <p:cNvPr id="8580" name="Google Shape;8580;p59"/>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59"/>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59"/>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59"/>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59"/>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59"/>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86" name="Google Shape;8586;p59"/>
          <p:cNvSpPr/>
          <p:nvPr/>
        </p:nvSpPr>
        <p:spPr>
          <a:xfrm>
            <a:off x="6321177" y="275227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87" name="Google Shape;8587;p59"/>
          <p:cNvGrpSpPr/>
          <p:nvPr/>
        </p:nvGrpSpPr>
        <p:grpSpPr>
          <a:xfrm>
            <a:off x="6954467" y="2771168"/>
            <a:ext cx="255247" cy="327458"/>
            <a:chOff x="6974158" y="2789537"/>
            <a:chExt cx="255247" cy="327458"/>
          </a:xfrm>
        </p:grpSpPr>
        <p:sp>
          <p:nvSpPr>
            <p:cNvPr id="8588" name="Google Shape;8588;p59"/>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59"/>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59"/>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59"/>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59"/>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59"/>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4" name="Google Shape;8594;p59"/>
          <p:cNvGrpSpPr/>
          <p:nvPr/>
        </p:nvGrpSpPr>
        <p:grpSpPr>
          <a:xfrm>
            <a:off x="7511005" y="2771930"/>
            <a:ext cx="244291" cy="326314"/>
            <a:chOff x="7530697" y="2790299"/>
            <a:chExt cx="244291" cy="326314"/>
          </a:xfrm>
        </p:grpSpPr>
        <p:sp>
          <p:nvSpPr>
            <p:cNvPr id="8595" name="Google Shape;8595;p59"/>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59"/>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59"/>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59"/>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59"/>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59"/>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1" name="Google Shape;8601;p59"/>
          <p:cNvGrpSpPr/>
          <p:nvPr/>
        </p:nvGrpSpPr>
        <p:grpSpPr>
          <a:xfrm>
            <a:off x="7968499" y="2813878"/>
            <a:ext cx="332348" cy="283985"/>
            <a:chOff x="7988191" y="2832248"/>
            <a:chExt cx="332348" cy="283985"/>
          </a:xfrm>
        </p:grpSpPr>
        <p:sp>
          <p:nvSpPr>
            <p:cNvPr id="8602" name="Google Shape;8602;p59"/>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59"/>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59"/>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05" name="Google Shape;8605;p59"/>
          <p:cNvSpPr/>
          <p:nvPr/>
        </p:nvSpPr>
        <p:spPr>
          <a:xfrm>
            <a:off x="2478726" y="3226757"/>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06" name="Google Shape;8606;p59"/>
          <p:cNvGrpSpPr/>
          <p:nvPr/>
        </p:nvGrpSpPr>
        <p:grpSpPr>
          <a:xfrm>
            <a:off x="3568748" y="3239998"/>
            <a:ext cx="364484" cy="262423"/>
            <a:chOff x="3588440" y="3258368"/>
            <a:chExt cx="364484" cy="262423"/>
          </a:xfrm>
        </p:grpSpPr>
        <p:sp>
          <p:nvSpPr>
            <p:cNvPr id="8607" name="Google Shape;8607;p59"/>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59"/>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59"/>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59"/>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59"/>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59"/>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3" name="Google Shape;8613;p59"/>
          <p:cNvSpPr/>
          <p:nvPr/>
        </p:nvSpPr>
        <p:spPr>
          <a:xfrm>
            <a:off x="5243634" y="321148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4" name="Google Shape;8614;p59"/>
          <p:cNvGrpSpPr/>
          <p:nvPr/>
        </p:nvGrpSpPr>
        <p:grpSpPr>
          <a:xfrm>
            <a:off x="5746125" y="3209355"/>
            <a:ext cx="364865" cy="324822"/>
            <a:chOff x="5765817" y="3227724"/>
            <a:chExt cx="364865" cy="324822"/>
          </a:xfrm>
        </p:grpSpPr>
        <p:sp>
          <p:nvSpPr>
            <p:cNvPr id="8615" name="Google Shape;8615;p59"/>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59"/>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59"/>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59"/>
          <p:cNvGrpSpPr/>
          <p:nvPr/>
        </p:nvGrpSpPr>
        <p:grpSpPr>
          <a:xfrm>
            <a:off x="6208891" y="3219294"/>
            <a:ext cx="446539" cy="303895"/>
            <a:chOff x="6228583" y="3237664"/>
            <a:chExt cx="446539" cy="303895"/>
          </a:xfrm>
        </p:grpSpPr>
        <p:sp>
          <p:nvSpPr>
            <p:cNvPr id="8619" name="Google Shape;8619;p59"/>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59"/>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59"/>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59"/>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59"/>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59"/>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59"/>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59"/>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59"/>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59"/>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59"/>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59"/>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59"/>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59"/>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59"/>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59"/>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59"/>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6" name="Google Shape;8636;p59"/>
          <p:cNvGrpSpPr/>
          <p:nvPr/>
        </p:nvGrpSpPr>
        <p:grpSpPr>
          <a:xfrm>
            <a:off x="846170" y="3188936"/>
            <a:ext cx="364484" cy="364897"/>
            <a:chOff x="865862" y="3207306"/>
            <a:chExt cx="364484" cy="364897"/>
          </a:xfrm>
        </p:grpSpPr>
        <p:sp>
          <p:nvSpPr>
            <p:cNvPr id="8637" name="Google Shape;8637;p59"/>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59"/>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59"/>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59"/>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59"/>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59"/>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59"/>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59"/>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59"/>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59"/>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59"/>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59"/>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59"/>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59"/>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1" name="Google Shape;8651;p59"/>
          <p:cNvGrpSpPr/>
          <p:nvPr/>
        </p:nvGrpSpPr>
        <p:grpSpPr>
          <a:xfrm>
            <a:off x="1384925" y="3208593"/>
            <a:ext cx="370168" cy="325965"/>
            <a:chOff x="1404617" y="3226962"/>
            <a:chExt cx="370168" cy="325965"/>
          </a:xfrm>
        </p:grpSpPr>
        <p:sp>
          <p:nvSpPr>
            <p:cNvPr id="8652" name="Google Shape;8652;p59"/>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59"/>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59"/>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59"/>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59"/>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59"/>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59"/>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59"/>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59"/>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59"/>
          <p:cNvGrpSpPr/>
          <p:nvPr/>
        </p:nvGrpSpPr>
        <p:grpSpPr>
          <a:xfrm>
            <a:off x="1933711" y="3197724"/>
            <a:ext cx="366389" cy="354481"/>
            <a:chOff x="1954741" y="3212419"/>
            <a:chExt cx="366389" cy="354481"/>
          </a:xfrm>
        </p:grpSpPr>
        <p:sp>
          <p:nvSpPr>
            <p:cNvPr id="8662" name="Google Shape;8662;p59"/>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59"/>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59"/>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59"/>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59"/>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59"/>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59"/>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9" name="Google Shape;8669;p59"/>
          <p:cNvGrpSpPr/>
          <p:nvPr/>
        </p:nvGrpSpPr>
        <p:grpSpPr>
          <a:xfrm>
            <a:off x="3023547" y="3197256"/>
            <a:ext cx="366008" cy="348670"/>
            <a:chOff x="3043239" y="3215626"/>
            <a:chExt cx="366008" cy="348670"/>
          </a:xfrm>
        </p:grpSpPr>
        <p:sp>
          <p:nvSpPr>
            <p:cNvPr id="8670" name="Google Shape;8670;p59"/>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59"/>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2" name="Google Shape;8672;p59"/>
          <p:cNvGrpSpPr/>
          <p:nvPr/>
        </p:nvGrpSpPr>
        <p:grpSpPr>
          <a:xfrm>
            <a:off x="4198641" y="3166613"/>
            <a:ext cx="209107" cy="383442"/>
            <a:chOff x="4218333" y="3184982"/>
            <a:chExt cx="209107" cy="383442"/>
          </a:xfrm>
        </p:grpSpPr>
        <p:sp>
          <p:nvSpPr>
            <p:cNvPr id="8673" name="Google Shape;8673;p59"/>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59"/>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5" name="Google Shape;8675;p59"/>
          <p:cNvSpPr/>
          <p:nvPr/>
        </p:nvSpPr>
        <p:spPr>
          <a:xfrm>
            <a:off x="4797127" y="316778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76" name="Google Shape;8676;p59"/>
          <p:cNvGrpSpPr/>
          <p:nvPr/>
        </p:nvGrpSpPr>
        <p:grpSpPr>
          <a:xfrm>
            <a:off x="6876953" y="3197637"/>
            <a:ext cx="322917" cy="347876"/>
            <a:chOff x="6896644" y="3216007"/>
            <a:chExt cx="322917" cy="347876"/>
          </a:xfrm>
        </p:grpSpPr>
        <p:sp>
          <p:nvSpPr>
            <p:cNvPr id="8677" name="Google Shape;8677;p59"/>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59"/>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59"/>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59"/>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59"/>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59"/>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59"/>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4" name="Google Shape;8684;p59"/>
          <p:cNvGrpSpPr/>
          <p:nvPr/>
        </p:nvGrpSpPr>
        <p:grpSpPr>
          <a:xfrm>
            <a:off x="7409674" y="3204814"/>
            <a:ext cx="334634" cy="333904"/>
            <a:chOff x="7429366" y="3223183"/>
            <a:chExt cx="334634" cy="333904"/>
          </a:xfrm>
        </p:grpSpPr>
        <p:sp>
          <p:nvSpPr>
            <p:cNvPr id="8685" name="Google Shape;8685;p59"/>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59"/>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87" name="Google Shape;8687;p59"/>
          <p:cNvSpPr/>
          <p:nvPr/>
        </p:nvSpPr>
        <p:spPr>
          <a:xfrm>
            <a:off x="8059604" y="318893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88" name="Google Shape;8688;p59"/>
          <p:cNvGrpSpPr/>
          <p:nvPr/>
        </p:nvGrpSpPr>
        <p:grpSpPr>
          <a:xfrm>
            <a:off x="5196764" y="3707114"/>
            <a:ext cx="356196" cy="265631"/>
            <a:chOff x="5216456" y="3725484"/>
            <a:chExt cx="356196" cy="265631"/>
          </a:xfrm>
        </p:grpSpPr>
        <p:sp>
          <p:nvSpPr>
            <p:cNvPr id="8689" name="Google Shape;8689;p59"/>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59"/>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59"/>
          <p:cNvGrpSpPr/>
          <p:nvPr/>
        </p:nvGrpSpPr>
        <p:grpSpPr>
          <a:xfrm>
            <a:off x="6829701" y="3715625"/>
            <a:ext cx="355053" cy="248038"/>
            <a:chOff x="6849393" y="3733994"/>
            <a:chExt cx="355053" cy="248038"/>
          </a:xfrm>
        </p:grpSpPr>
        <p:sp>
          <p:nvSpPr>
            <p:cNvPr id="8692" name="Google Shape;8692;p59"/>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59"/>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59"/>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59"/>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59"/>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7" name="Google Shape;8697;p59"/>
          <p:cNvGrpSpPr/>
          <p:nvPr/>
        </p:nvGrpSpPr>
        <p:grpSpPr>
          <a:xfrm>
            <a:off x="7899305" y="3696318"/>
            <a:ext cx="392111" cy="280206"/>
            <a:chOff x="7918997" y="3714687"/>
            <a:chExt cx="392111" cy="280206"/>
          </a:xfrm>
        </p:grpSpPr>
        <p:sp>
          <p:nvSpPr>
            <p:cNvPr id="8698" name="Google Shape;8698;p59"/>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59"/>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59"/>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59"/>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59"/>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03" name="Google Shape;8703;p59"/>
          <p:cNvSpPr/>
          <p:nvPr/>
        </p:nvSpPr>
        <p:spPr>
          <a:xfrm>
            <a:off x="847662" y="3675995"/>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04" name="Google Shape;8704;p59"/>
          <p:cNvGrpSpPr/>
          <p:nvPr/>
        </p:nvGrpSpPr>
        <p:grpSpPr>
          <a:xfrm>
            <a:off x="1389085" y="3662594"/>
            <a:ext cx="357720" cy="355148"/>
            <a:chOff x="1408777" y="3680964"/>
            <a:chExt cx="357720" cy="355148"/>
          </a:xfrm>
        </p:grpSpPr>
        <p:sp>
          <p:nvSpPr>
            <p:cNvPr id="8705" name="Google Shape;8705;p59"/>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59"/>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59"/>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59"/>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59"/>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59"/>
          <p:cNvGrpSpPr/>
          <p:nvPr/>
        </p:nvGrpSpPr>
        <p:grpSpPr>
          <a:xfrm>
            <a:off x="1933144" y="3662594"/>
            <a:ext cx="357720" cy="355148"/>
            <a:chOff x="1952836" y="3680964"/>
            <a:chExt cx="357720" cy="355148"/>
          </a:xfrm>
        </p:grpSpPr>
        <p:sp>
          <p:nvSpPr>
            <p:cNvPr id="8711" name="Google Shape;8711;p59"/>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59"/>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59"/>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59"/>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59"/>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59"/>
          <p:cNvGrpSpPr/>
          <p:nvPr/>
        </p:nvGrpSpPr>
        <p:grpSpPr>
          <a:xfrm>
            <a:off x="2477202" y="3662594"/>
            <a:ext cx="357720" cy="355148"/>
            <a:chOff x="2496894" y="3680964"/>
            <a:chExt cx="357720" cy="355148"/>
          </a:xfrm>
        </p:grpSpPr>
        <p:sp>
          <p:nvSpPr>
            <p:cNvPr id="8717" name="Google Shape;8717;p59"/>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59"/>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59"/>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59"/>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59"/>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2" name="Google Shape;8722;p59"/>
          <p:cNvGrpSpPr/>
          <p:nvPr/>
        </p:nvGrpSpPr>
        <p:grpSpPr>
          <a:xfrm>
            <a:off x="3021292" y="3662689"/>
            <a:ext cx="356164" cy="355815"/>
            <a:chOff x="3040984" y="3681059"/>
            <a:chExt cx="356164" cy="355815"/>
          </a:xfrm>
        </p:grpSpPr>
        <p:sp>
          <p:nvSpPr>
            <p:cNvPr id="8723" name="Google Shape;8723;p59"/>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59"/>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59"/>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6" name="Google Shape;8726;p59"/>
          <p:cNvGrpSpPr/>
          <p:nvPr/>
        </p:nvGrpSpPr>
        <p:grpSpPr>
          <a:xfrm>
            <a:off x="3564589" y="3680821"/>
            <a:ext cx="358069" cy="317995"/>
            <a:chOff x="3584280" y="3699191"/>
            <a:chExt cx="358069" cy="317995"/>
          </a:xfrm>
        </p:grpSpPr>
        <p:sp>
          <p:nvSpPr>
            <p:cNvPr id="8727" name="Google Shape;8727;p59"/>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59"/>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59"/>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59"/>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1" name="Google Shape;8731;p59"/>
          <p:cNvGrpSpPr/>
          <p:nvPr/>
        </p:nvGrpSpPr>
        <p:grpSpPr>
          <a:xfrm>
            <a:off x="4109790" y="3662689"/>
            <a:ext cx="355402" cy="354291"/>
            <a:chOff x="4129482" y="3681059"/>
            <a:chExt cx="355402" cy="354291"/>
          </a:xfrm>
        </p:grpSpPr>
        <p:sp>
          <p:nvSpPr>
            <p:cNvPr id="8732" name="Google Shape;8732;p59"/>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59"/>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59"/>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59"/>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6" name="Google Shape;8736;p59"/>
          <p:cNvGrpSpPr/>
          <p:nvPr/>
        </p:nvGrpSpPr>
        <p:grpSpPr>
          <a:xfrm>
            <a:off x="4653849" y="3661927"/>
            <a:ext cx="355434" cy="355815"/>
            <a:chOff x="4673540" y="3680297"/>
            <a:chExt cx="355434" cy="355815"/>
          </a:xfrm>
        </p:grpSpPr>
        <p:sp>
          <p:nvSpPr>
            <p:cNvPr id="8737" name="Google Shape;8737;p59"/>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59"/>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59"/>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0" name="Google Shape;8740;p59"/>
          <p:cNvGrpSpPr/>
          <p:nvPr/>
        </p:nvGrpSpPr>
        <p:grpSpPr>
          <a:xfrm>
            <a:off x="5759716" y="3680821"/>
            <a:ext cx="317645" cy="318757"/>
            <a:chOff x="5779408" y="3699191"/>
            <a:chExt cx="317645" cy="318757"/>
          </a:xfrm>
        </p:grpSpPr>
        <p:sp>
          <p:nvSpPr>
            <p:cNvPr id="8741" name="Google Shape;8741;p59"/>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59"/>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43" name="Google Shape;8743;p59"/>
          <p:cNvSpPr/>
          <p:nvPr/>
        </p:nvSpPr>
        <p:spPr>
          <a:xfrm>
            <a:off x="6284881" y="3676090"/>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44" name="Google Shape;8744;p59"/>
          <p:cNvGrpSpPr/>
          <p:nvPr/>
        </p:nvGrpSpPr>
        <p:grpSpPr>
          <a:xfrm>
            <a:off x="7370743" y="3662499"/>
            <a:ext cx="372073" cy="355243"/>
            <a:chOff x="7390435" y="3680868"/>
            <a:chExt cx="372073" cy="355243"/>
          </a:xfrm>
        </p:grpSpPr>
        <p:sp>
          <p:nvSpPr>
            <p:cNvPr id="8745" name="Google Shape;8745;p59"/>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59"/>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59"/>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59"/>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59"/>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59"/>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1" name="Google Shape;8751;p59"/>
          <p:cNvGrpSpPr/>
          <p:nvPr/>
        </p:nvGrpSpPr>
        <p:grpSpPr>
          <a:xfrm>
            <a:off x="1392301" y="4119346"/>
            <a:ext cx="374709" cy="374010"/>
            <a:chOff x="1421638" y="4125629"/>
            <a:chExt cx="374709" cy="374010"/>
          </a:xfrm>
        </p:grpSpPr>
        <p:sp>
          <p:nvSpPr>
            <p:cNvPr id="8752" name="Google Shape;8752;p59"/>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59"/>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59"/>
          <p:cNvGrpSpPr/>
          <p:nvPr/>
        </p:nvGrpSpPr>
        <p:grpSpPr>
          <a:xfrm>
            <a:off x="1943917" y="4135255"/>
            <a:ext cx="357720" cy="342192"/>
            <a:chOff x="1973254" y="4156304"/>
            <a:chExt cx="357720" cy="342192"/>
          </a:xfrm>
        </p:grpSpPr>
        <p:sp>
          <p:nvSpPr>
            <p:cNvPr id="8755" name="Google Shape;8755;p59"/>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59"/>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59"/>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59"/>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59"/>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59"/>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1" name="Google Shape;8761;p59"/>
          <p:cNvGrpSpPr/>
          <p:nvPr/>
        </p:nvGrpSpPr>
        <p:grpSpPr>
          <a:xfrm>
            <a:off x="2494422" y="4136192"/>
            <a:ext cx="341049" cy="340318"/>
            <a:chOff x="2523759" y="4135505"/>
            <a:chExt cx="341049" cy="340318"/>
          </a:xfrm>
        </p:grpSpPr>
        <p:sp>
          <p:nvSpPr>
            <p:cNvPr id="8762" name="Google Shape;8762;p59"/>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59"/>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4" name="Google Shape;8764;p59"/>
          <p:cNvGrpSpPr/>
          <p:nvPr/>
        </p:nvGrpSpPr>
        <p:grpSpPr>
          <a:xfrm>
            <a:off x="3011266" y="4131175"/>
            <a:ext cx="392079" cy="350353"/>
            <a:chOff x="3040603" y="4130360"/>
            <a:chExt cx="392079" cy="350353"/>
          </a:xfrm>
        </p:grpSpPr>
        <p:sp>
          <p:nvSpPr>
            <p:cNvPr id="8765" name="Google Shape;8765;p59"/>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59"/>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59"/>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59"/>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59"/>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59"/>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59"/>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59"/>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59"/>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59"/>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5" name="Google Shape;8775;p59"/>
          <p:cNvGrpSpPr/>
          <p:nvPr/>
        </p:nvGrpSpPr>
        <p:grpSpPr>
          <a:xfrm>
            <a:off x="3632807" y="4136192"/>
            <a:ext cx="232955" cy="340318"/>
            <a:chOff x="3662144" y="4135505"/>
            <a:chExt cx="232955" cy="340318"/>
          </a:xfrm>
        </p:grpSpPr>
        <p:sp>
          <p:nvSpPr>
            <p:cNvPr id="8776" name="Google Shape;8776;p59"/>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59"/>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59"/>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59"/>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0" name="Google Shape;8780;p59"/>
          <p:cNvGrpSpPr/>
          <p:nvPr/>
        </p:nvGrpSpPr>
        <p:grpSpPr>
          <a:xfrm>
            <a:off x="4119801" y="4122029"/>
            <a:ext cx="344065" cy="368644"/>
            <a:chOff x="4149138" y="4121151"/>
            <a:chExt cx="344065" cy="368644"/>
          </a:xfrm>
        </p:grpSpPr>
        <p:sp>
          <p:nvSpPr>
            <p:cNvPr id="8781" name="Google Shape;8781;p59"/>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59"/>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59"/>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59"/>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59"/>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59"/>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59"/>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59"/>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59"/>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59"/>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59"/>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59"/>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93" name="Google Shape;8793;p59"/>
          <p:cNvSpPr/>
          <p:nvPr/>
        </p:nvSpPr>
        <p:spPr>
          <a:xfrm>
            <a:off x="4662717" y="4136335"/>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94" name="Google Shape;8794;p59"/>
          <p:cNvGrpSpPr/>
          <p:nvPr/>
        </p:nvGrpSpPr>
        <p:grpSpPr>
          <a:xfrm>
            <a:off x="5176925" y="4174949"/>
            <a:ext cx="397763" cy="262804"/>
            <a:chOff x="5206262" y="4174817"/>
            <a:chExt cx="397763" cy="262804"/>
          </a:xfrm>
        </p:grpSpPr>
        <p:sp>
          <p:nvSpPr>
            <p:cNvPr id="8795" name="Google Shape;8795;p59"/>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59"/>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59"/>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59"/>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59"/>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59"/>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59"/>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2" name="Google Shape;8802;p59"/>
          <p:cNvGrpSpPr/>
          <p:nvPr/>
        </p:nvGrpSpPr>
        <p:grpSpPr>
          <a:xfrm>
            <a:off x="5698279" y="4161342"/>
            <a:ext cx="440505" cy="290018"/>
            <a:chOff x="5727616" y="4204699"/>
            <a:chExt cx="440505" cy="290018"/>
          </a:xfrm>
        </p:grpSpPr>
        <p:sp>
          <p:nvSpPr>
            <p:cNvPr id="8803" name="Google Shape;8803;p59"/>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59"/>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59"/>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59"/>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59"/>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59"/>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59"/>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59"/>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1" name="Google Shape;8811;p59"/>
          <p:cNvGrpSpPr/>
          <p:nvPr/>
        </p:nvGrpSpPr>
        <p:grpSpPr>
          <a:xfrm>
            <a:off x="6380726" y="4124093"/>
            <a:ext cx="159950" cy="364516"/>
            <a:chOff x="6410063" y="4135124"/>
            <a:chExt cx="159950" cy="364516"/>
          </a:xfrm>
        </p:grpSpPr>
        <p:sp>
          <p:nvSpPr>
            <p:cNvPr id="8812" name="Google Shape;8812;p59"/>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59"/>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59"/>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59"/>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6" name="Google Shape;8816;p59"/>
          <p:cNvGrpSpPr/>
          <p:nvPr/>
        </p:nvGrpSpPr>
        <p:grpSpPr>
          <a:xfrm>
            <a:off x="6641065" y="4124284"/>
            <a:ext cx="214378" cy="364135"/>
            <a:chOff x="6924652" y="4135505"/>
            <a:chExt cx="214378" cy="364135"/>
          </a:xfrm>
        </p:grpSpPr>
        <p:sp>
          <p:nvSpPr>
            <p:cNvPr id="8817" name="Google Shape;8817;p59"/>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59"/>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59"/>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59"/>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1" name="Google Shape;8821;p59"/>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br>
              <a:rPr lang="en" sz="1100">
                <a:solidFill>
                  <a:srgbClr val="435D74"/>
                </a:solidFill>
              </a:rPr>
            </a:br>
            <a:endParaRPr sz="1100">
              <a:solidFill>
                <a:srgbClr val="435D74"/>
              </a:solidFill>
            </a:endParaRPr>
          </a:p>
        </p:txBody>
      </p:sp>
      <p:sp>
        <p:nvSpPr>
          <p:cNvPr id="8822" name="Google Shape;8822;p59"/>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8823" name="Google Shape;8823;p59"/>
          <p:cNvGrpSpPr/>
          <p:nvPr/>
        </p:nvGrpSpPr>
        <p:grpSpPr>
          <a:xfrm>
            <a:off x="841240" y="4119220"/>
            <a:ext cx="374177" cy="374263"/>
            <a:chOff x="775325" y="4143525"/>
            <a:chExt cx="468776" cy="468884"/>
          </a:xfrm>
        </p:grpSpPr>
        <p:sp>
          <p:nvSpPr>
            <p:cNvPr id="8824" name="Google Shape;8824;p59"/>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59"/>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59"/>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59"/>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8" name="Google Shape;8828;p59"/>
          <p:cNvGrpSpPr/>
          <p:nvPr/>
        </p:nvGrpSpPr>
        <p:grpSpPr>
          <a:xfrm>
            <a:off x="7015917" y="4114633"/>
            <a:ext cx="219464" cy="383437"/>
            <a:chOff x="1426400" y="1814750"/>
            <a:chExt cx="407850" cy="712575"/>
          </a:xfrm>
        </p:grpSpPr>
        <p:sp>
          <p:nvSpPr>
            <p:cNvPr id="8829" name="Google Shape;8829;p59"/>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59"/>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59"/>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2" name="Google Shape;8832;p59"/>
          <p:cNvGrpSpPr/>
          <p:nvPr/>
        </p:nvGrpSpPr>
        <p:grpSpPr>
          <a:xfrm>
            <a:off x="7391519" y="4149408"/>
            <a:ext cx="313833" cy="313887"/>
            <a:chOff x="1910075" y="2021700"/>
            <a:chExt cx="583225" cy="583325"/>
          </a:xfrm>
        </p:grpSpPr>
        <p:sp>
          <p:nvSpPr>
            <p:cNvPr id="8833" name="Google Shape;8833;p59"/>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59"/>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59"/>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6" name="Google Shape;8836;p59"/>
          <p:cNvGrpSpPr/>
          <p:nvPr/>
        </p:nvGrpSpPr>
        <p:grpSpPr>
          <a:xfrm>
            <a:off x="7861486" y="4189187"/>
            <a:ext cx="441255" cy="234329"/>
            <a:chOff x="2749275" y="2099575"/>
            <a:chExt cx="820025" cy="435475"/>
          </a:xfrm>
        </p:grpSpPr>
        <p:sp>
          <p:nvSpPr>
            <p:cNvPr id="8837" name="Google Shape;8837;p59"/>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59"/>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59"/>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59"/>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844"/>
        <p:cNvGrpSpPr/>
        <p:nvPr/>
      </p:nvGrpSpPr>
      <p:grpSpPr>
        <a:xfrm>
          <a:off x="0" y="0"/>
          <a:ext cx="0" cy="0"/>
          <a:chOff x="0" y="0"/>
          <a:chExt cx="0" cy="0"/>
        </a:xfrm>
      </p:grpSpPr>
      <p:grpSp>
        <p:nvGrpSpPr>
          <p:cNvPr id="8845" name="Google Shape;8845;p60"/>
          <p:cNvGrpSpPr/>
          <p:nvPr/>
        </p:nvGrpSpPr>
        <p:grpSpPr>
          <a:xfrm>
            <a:off x="1989449" y="4101269"/>
            <a:ext cx="374774" cy="346073"/>
            <a:chOff x="1989449" y="4282269"/>
            <a:chExt cx="374774" cy="346073"/>
          </a:xfrm>
        </p:grpSpPr>
        <p:sp>
          <p:nvSpPr>
            <p:cNvPr id="8846" name="Google Shape;8846;p60"/>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0"/>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0"/>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0"/>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0"/>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0"/>
          <p:cNvGrpSpPr/>
          <p:nvPr/>
        </p:nvGrpSpPr>
        <p:grpSpPr>
          <a:xfrm>
            <a:off x="2487439" y="4099740"/>
            <a:ext cx="198775" cy="348972"/>
            <a:chOff x="2487439" y="4280740"/>
            <a:chExt cx="198775" cy="348972"/>
          </a:xfrm>
        </p:grpSpPr>
        <p:sp>
          <p:nvSpPr>
            <p:cNvPr id="8852" name="Google Shape;8852;p60"/>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0"/>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0"/>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0"/>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6" name="Google Shape;8856;p60"/>
          <p:cNvGrpSpPr/>
          <p:nvPr/>
        </p:nvGrpSpPr>
        <p:grpSpPr>
          <a:xfrm>
            <a:off x="2810958" y="4092923"/>
            <a:ext cx="353145" cy="361873"/>
            <a:chOff x="2810958" y="4273923"/>
            <a:chExt cx="353145" cy="361873"/>
          </a:xfrm>
        </p:grpSpPr>
        <p:sp>
          <p:nvSpPr>
            <p:cNvPr id="8857" name="Google Shape;8857;p60"/>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0"/>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0"/>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60"/>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0"/>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0"/>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0"/>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4" name="Google Shape;8864;p60"/>
          <p:cNvGrpSpPr/>
          <p:nvPr/>
        </p:nvGrpSpPr>
        <p:grpSpPr>
          <a:xfrm>
            <a:off x="6275635" y="4101651"/>
            <a:ext cx="209383" cy="366778"/>
            <a:chOff x="6275635" y="4282651"/>
            <a:chExt cx="209383" cy="366778"/>
          </a:xfrm>
        </p:grpSpPr>
        <p:sp>
          <p:nvSpPr>
            <p:cNvPr id="8865" name="Google Shape;8865;p60"/>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0"/>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7" name="Google Shape;8867;p60"/>
          <p:cNvGrpSpPr/>
          <p:nvPr/>
        </p:nvGrpSpPr>
        <p:grpSpPr>
          <a:xfrm>
            <a:off x="6701186" y="4102033"/>
            <a:ext cx="280292" cy="366396"/>
            <a:chOff x="6701186" y="4283033"/>
            <a:chExt cx="280292" cy="366396"/>
          </a:xfrm>
        </p:grpSpPr>
        <p:sp>
          <p:nvSpPr>
            <p:cNvPr id="8868" name="Google Shape;8868;p60"/>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0"/>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60"/>
          <p:cNvGrpSpPr/>
          <p:nvPr/>
        </p:nvGrpSpPr>
        <p:grpSpPr>
          <a:xfrm>
            <a:off x="2609571" y="3643958"/>
            <a:ext cx="373627" cy="347347"/>
            <a:chOff x="2609571" y="3824958"/>
            <a:chExt cx="373627" cy="347347"/>
          </a:xfrm>
        </p:grpSpPr>
        <p:sp>
          <p:nvSpPr>
            <p:cNvPr id="8871" name="Google Shape;8871;p60"/>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0"/>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73" name="Google Shape;8873;p60"/>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74" name="Google Shape;8874;p60"/>
          <p:cNvGrpSpPr/>
          <p:nvPr/>
        </p:nvGrpSpPr>
        <p:grpSpPr>
          <a:xfrm>
            <a:off x="916127" y="3626056"/>
            <a:ext cx="221902" cy="380795"/>
            <a:chOff x="916127" y="3807056"/>
            <a:chExt cx="221902" cy="380795"/>
          </a:xfrm>
        </p:grpSpPr>
        <p:sp>
          <p:nvSpPr>
            <p:cNvPr id="8875" name="Google Shape;8875;p60"/>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0"/>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0"/>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0"/>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79" name="Google Shape;8879;p60"/>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0"/>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81" name="Google Shape;8881;p60"/>
          <p:cNvGrpSpPr/>
          <p:nvPr/>
        </p:nvGrpSpPr>
        <p:grpSpPr>
          <a:xfrm>
            <a:off x="3513010" y="3635134"/>
            <a:ext cx="362223" cy="361108"/>
            <a:chOff x="3513010" y="3816134"/>
            <a:chExt cx="362223" cy="361108"/>
          </a:xfrm>
        </p:grpSpPr>
        <p:sp>
          <p:nvSpPr>
            <p:cNvPr id="8882" name="Google Shape;8882;p60"/>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0"/>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0"/>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0"/>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60"/>
          <p:cNvGrpSpPr/>
          <p:nvPr/>
        </p:nvGrpSpPr>
        <p:grpSpPr>
          <a:xfrm>
            <a:off x="3950316" y="3639307"/>
            <a:ext cx="369805" cy="353782"/>
            <a:chOff x="3950316" y="3820307"/>
            <a:chExt cx="369805" cy="353782"/>
          </a:xfrm>
        </p:grpSpPr>
        <p:sp>
          <p:nvSpPr>
            <p:cNvPr id="8887" name="Google Shape;8887;p60"/>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0"/>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0"/>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0"/>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1" name="Google Shape;8891;p60"/>
          <p:cNvGrpSpPr/>
          <p:nvPr/>
        </p:nvGrpSpPr>
        <p:grpSpPr>
          <a:xfrm>
            <a:off x="1761909" y="3630961"/>
            <a:ext cx="307974" cy="371716"/>
            <a:chOff x="1761909" y="3811961"/>
            <a:chExt cx="307974" cy="371716"/>
          </a:xfrm>
        </p:grpSpPr>
        <p:sp>
          <p:nvSpPr>
            <p:cNvPr id="8892" name="Google Shape;8892;p60"/>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0"/>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0"/>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0"/>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0"/>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0"/>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0"/>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0"/>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0"/>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0"/>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2" name="Google Shape;8902;p60"/>
          <p:cNvGrpSpPr/>
          <p:nvPr/>
        </p:nvGrpSpPr>
        <p:grpSpPr>
          <a:xfrm>
            <a:off x="5373342" y="3627935"/>
            <a:ext cx="231395" cy="353145"/>
            <a:chOff x="5373342" y="3808935"/>
            <a:chExt cx="231395" cy="353145"/>
          </a:xfrm>
        </p:grpSpPr>
        <p:sp>
          <p:nvSpPr>
            <p:cNvPr id="8903" name="Google Shape;8903;p60"/>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0"/>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0"/>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0"/>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60"/>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0"/>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0"/>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60"/>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0"/>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2" name="Google Shape;8912;p60"/>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3" name="Google Shape;8913;p60"/>
          <p:cNvGrpSpPr/>
          <p:nvPr/>
        </p:nvGrpSpPr>
        <p:grpSpPr>
          <a:xfrm>
            <a:off x="5833775" y="3628445"/>
            <a:ext cx="235185" cy="352253"/>
            <a:chOff x="5833775" y="3809445"/>
            <a:chExt cx="235185" cy="352253"/>
          </a:xfrm>
        </p:grpSpPr>
        <p:sp>
          <p:nvSpPr>
            <p:cNvPr id="8914" name="Google Shape;8914;p60"/>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0"/>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0"/>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7" name="Google Shape;8917;p60"/>
          <p:cNvGrpSpPr/>
          <p:nvPr/>
        </p:nvGrpSpPr>
        <p:grpSpPr>
          <a:xfrm>
            <a:off x="4942472" y="3628318"/>
            <a:ext cx="238976" cy="352762"/>
            <a:chOff x="4942472" y="3809318"/>
            <a:chExt cx="238976" cy="352762"/>
          </a:xfrm>
        </p:grpSpPr>
        <p:sp>
          <p:nvSpPr>
            <p:cNvPr id="8918" name="Google Shape;8918;p60"/>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0"/>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60"/>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0"/>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0"/>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0"/>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0"/>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5" name="Google Shape;8925;p60"/>
          <p:cNvGrpSpPr/>
          <p:nvPr/>
        </p:nvGrpSpPr>
        <p:grpSpPr>
          <a:xfrm>
            <a:off x="6266525" y="3626788"/>
            <a:ext cx="260223" cy="353527"/>
            <a:chOff x="6266525" y="3807788"/>
            <a:chExt cx="260223" cy="353527"/>
          </a:xfrm>
        </p:grpSpPr>
        <p:sp>
          <p:nvSpPr>
            <p:cNvPr id="8926" name="Google Shape;8926;p60"/>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0"/>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0"/>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0"/>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30" name="Google Shape;8930;p60"/>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31" name="Google Shape;8931;p60"/>
          <p:cNvGrpSpPr/>
          <p:nvPr/>
        </p:nvGrpSpPr>
        <p:grpSpPr>
          <a:xfrm>
            <a:off x="7184363" y="3628604"/>
            <a:ext cx="202184" cy="352762"/>
            <a:chOff x="7184363" y="3809604"/>
            <a:chExt cx="202184" cy="352762"/>
          </a:xfrm>
        </p:grpSpPr>
        <p:sp>
          <p:nvSpPr>
            <p:cNvPr id="8932" name="Google Shape;8932;p60"/>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0"/>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4" name="Google Shape;8934;p60"/>
          <p:cNvGrpSpPr/>
          <p:nvPr/>
        </p:nvGrpSpPr>
        <p:grpSpPr>
          <a:xfrm>
            <a:off x="7571624" y="3627935"/>
            <a:ext cx="292047" cy="352762"/>
            <a:chOff x="7571624" y="3808935"/>
            <a:chExt cx="292047" cy="352762"/>
          </a:xfrm>
        </p:grpSpPr>
        <p:sp>
          <p:nvSpPr>
            <p:cNvPr id="8935" name="Google Shape;8935;p60"/>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0"/>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0"/>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0"/>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0"/>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0"/>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1" name="Google Shape;8941;p60"/>
          <p:cNvGrpSpPr/>
          <p:nvPr/>
        </p:nvGrpSpPr>
        <p:grpSpPr>
          <a:xfrm>
            <a:off x="2174559" y="3175116"/>
            <a:ext cx="364135" cy="359930"/>
            <a:chOff x="2174559" y="3356116"/>
            <a:chExt cx="364135" cy="359930"/>
          </a:xfrm>
        </p:grpSpPr>
        <p:sp>
          <p:nvSpPr>
            <p:cNvPr id="8942" name="Google Shape;8942;p60"/>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0"/>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60"/>
          <p:cNvGrpSpPr/>
          <p:nvPr/>
        </p:nvGrpSpPr>
        <p:grpSpPr>
          <a:xfrm>
            <a:off x="1731934" y="3174639"/>
            <a:ext cx="368371" cy="361554"/>
            <a:chOff x="1731934" y="3355639"/>
            <a:chExt cx="368371" cy="361554"/>
          </a:xfrm>
        </p:grpSpPr>
        <p:sp>
          <p:nvSpPr>
            <p:cNvPr id="8945" name="Google Shape;8945;p60"/>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0"/>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7" name="Google Shape;8947;p60"/>
          <p:cNvGrpSpPr/>
          <p:nvPr/>
        </p:nvGrpSpPr>
        <p:grpSpPr>
          <a:xfrm>
            <a:off x="3990517" y="3173173"/>
            <a:ext cx="279559" cy="363402"/>
            <a:chOff x="3990517" y="3354173"/>
            <a:chExt cx="279559" cy="363402"/>
          </a:xfrm>
        </p:grpSpPr>
        <p:sp>
          <p:nvSpPr>
            <p:cNvPr id="8948" name="Google Shape;8948;p60"/>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0"/>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0"/>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1" name="Google Shape;8951;p60"/>
          <p:cNvGrpSpPr/>
          <p:nvPr/>
        </p:nvGrpSpPr>
        <p:grpSpPr>
          <a:xfrm>
            <a:off x="3497847" y="3236374"/>
            <a:ext cx="379680" cy="237606"/>
            <a:chOff x="3497847" y="3417374"/>
            <a:chExt cx="379680" cy="237606"/>
          </a:xfrm>
        </p:grpSpPr>
        <p:sp>
          <p:nvSpPr>
            <p:cNvPr id="8952" name="Google Shape;8952;p60"/>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0"/>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0"/>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0"/>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6" name="Google Shape;8956;p60"/>
          <p:cNvGrpSpPr/>
          <p:nvPr/>
        </p:nvGrpSpPr>
        <p:grpSpPr>
          <a:xfrm>
            <a:off x="2612597" y="3186075"/>
            <a:ext cx="376271" cy="337982"/>
            <a:chOff x="2612597" y="3367075"/>
            <a:chExt cx="376271" cy="337982"/>
          </a:xfrm>
        </p:grpSpPr>
        <p:sp>
          <p:nvSpPr>
            <p:cNvPr id="8957" name="Google Shape;8957;p60"/>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0"/>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9" name="Google Shape;8959;p60"/>
          <p:cNvGrpSpPr/>
          <p:nvPr/>
        </p:nvGrpSpPr>
        <p:grpSpPr>
          <a:xfrm>
            <a:off x="3071914" y="3183431"/>
            <a:ext cx="343652" cy="342505"/>
            <a:chOff x="3071914" y="3364431"/>
            <a:chExt cx="343652" cy="342505"/>
          </a:xfrm>
        </p:grpSpPr>
        <p:sp>
          <p:nvSpPr>
            <p:cNvPr id="8960" name="Google Shape;8960;p60"/>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60"/>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0"/>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0"/>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0"/>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5" name="Google Shape;8965;p60"/>
          <p:cNvGrpSpPr/>
          <p:nvPr/>
        </p:nvGrpSpPr>
        <p:grpSpPr>
          <a:xfrm>
            <a:off x="897141" y="3178875"/>
            <a:ext cx="257962" cy="352762"/>
            <a:chOff x="897141" y="3359875"/>
            <a:chExt cx="257962" cy="352762"/>
          </a:xfrm>
        </p:grpSpPr>
        <p:sp>
          <p:nvSpPr>
            <p:cNvPr id="8966" name="Google Shape;8966;p60"/>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0"/>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0"/>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0"/>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0"/>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0"/>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0"/>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0"/>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0"/>
          <p:cNvGrpSpPr/>
          <p:nvPr/>
        </p:nvGrpSpPr>
        <p:grpSpPr>
          <a:xfrm>
            <a:off x="1333682" y="3163330"/>
            <a:ext cx="271213" cy="383088"/>
            <a:chOff x="1333682" y="3344330"/>
            <a:chExt cx="271213" cy="383088"/>
          </a:xfrm>
        </p:grpSpPr>
        <p:sp>
          <p:nvSpPr>
            <p:cNvPr id="8975" name="Google Shape;8975;p60"/>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0"/>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0"/>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0"/>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0"/>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0"/>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0"/>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0"/>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0"/>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0"/>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0"/>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0"/>
          <p:cNvGrpSpPr/>
          <p:nvPr/>
        </p:nvGrpSpPr>
        <p:grpSpPr>
          <a:xfrm>
            <a:off x="6664394" y="3165974"/>
            <a:ext cx="353113" cy="351998"/>
            <a:chOff x="6664394" y="3346974"/>
            <a:chExt cx="353113" cy="351998"/>
          </a:xfrm>
        </p:grpSpPr>
        <p:sp>
          <p:nvSpPr>
            <p:cNvPr id="8987" name="Google Shape;8987;p60"/>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0"/>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0"/>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60"/>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0"/>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2" name="Google Shape;8992;p60"/>
          <p:cNvGrpSpPr/>
          <p:nvPr/>
        </p:nvGrpSpPr>
        <p:grpSpPr>
          <a:xfrm>
            <a:off x="849741" y="1778307"/>
            <a:ext cx="399398" cy="375443"/>
            <a:chOff x="849741" y="1959307"/>
            <a:chExt cx="399398" cy="375443"/>
          </a:xfrm>
        </p:grpSpPr>
        <p:sp>
          <p:nvSpPr>
            <p:cNvPr id="8993" name="Google Shape;8993;p60"/>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0"/>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5" name="Google Shape;8995;p60"/>
          <p:cNvGrpSpPr/>
          <p:nvPr/>
        </p:nvGrpSpPr>
        <p:grpSpPr>
          <a:xfrm>
            <a:off x="1284212" y="1782766"/>
            <a:ext cx="379489" cy="366046"/>
            <a:chOff x="1284212" y="1963766"/>
            <a:chExt cx="379489" cy="366046"/>
          </a:xfrm>
        </p:grpSpPr>
        <p:sp>
          <p:nvSpPr>
            <p:cNvPr id="8996" name="Google Shape;8996;p60"/>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0"/>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8" name="Google Shape;8998;p60"/>
          <p:cNvGrpSpPr/>
          <p:nvPr/>
        </p:nvGrpSpPr>
        <p:grpSpPr>
          <a:xfrm>
            <a:off x="3037766" y="1788564"/>
            <a:ext cx="370219" cy="354928"/>
            <a:chOff x="3037766" y="1969564"/>
            <a:chExt cx="370219" cy="354928"/>
          </a:xfrm>
        </p:grpSpPr>
        <p:sp>
          <p:nvSpPr>
            <p:cNvPr id="8999" name="Google Shape;8999;p60"/>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60"/>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0"/>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0"/>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3" name="Google Shape;9003;p60"/>
          <p:cNvGrpSpPr/>
          <p:nvPr/>
        </p:nvGrpSpPr>
        <p:grpSpPr>
          <a:xfrm>
            <a:off x="3982553" y="1790730"/>
            <a:ext cx="304566" cy="350501"/>
            <a:chOff x="3982553" y="1971730"/>
            <a:chExt cx="304566" cy="350501"/>
          </a:xfrm>
        </p:grpSpPr>
        <p:sp>
          <p:nvSpPr>
            <p:cNvPr id="9004" name="Google Shape;9004;p60"/>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0"/>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6" name="Google Shape;9006;p60"/>
          <p:cNvGrpSpPr/>
          <p:nvPr/>
        </p:nvGrpSpPr>
        <p:grpSpPr>
          <a:xfrm>
            <a:off x="2567841" y="1813124"/>
            <a:ext cx="399812" cy="306477"/>
            <a:chOff x="2567841" y="1994124"/>
            <a:chExt cx="399812" cy="306477"/>
          </a:xfrm>
        </p:grpSpPr>
        <p:sp>
          <p:nvSpPr>
            <p:cNvPr id="9007" name="Google Shape;9007;p60"/>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0"/>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0"/>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0" name="Google Shape;9010;p60"/>
          <p:cNvGrpSpPr/>
          <p:nvPr/>
        </p:nvGrpSpPr>
        <p:grpSpPr>
          <a:xfrm>
            <a:off x="2212084" y="1779358"/>
            <a:ext cx="324698" cy="372863"/>
            <a:chOff x="2212084" y="1960358"/>
            <a:chExt cx="324698" cy="372863"/>
          </a:xfrm>
        </p:grpSpPr>
        <p:sp>
          <p:nvSpPr>
            <p:cNvPr id="9011" name="Google Shape;9011;p60"/>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0"/>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0"/>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4" name="Google Shape;9014;p60"/>
          <p:cNvGrpSpPr/>
          <p:nvPr/>
        </p:nvGrpSpPr>
        <p:grpSpPr>
          <a:xfrm>
            <a:off x="1805901" y="1779358"/>
            <a:ext cx="284847" cy="373627"/>
            <a:chOff x="1805901" y="1960358"/>
            <a:chExt cx="284847" cy="373627"/>
          </a:xfrm>
        </p:grpSpPr>
        <p:sp>
          <p:nvSpPr>
            <p:cNvPr id="9015" name="Google Shape;9015;p60"/>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0"/>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17" name="Google Shape;9017;p60"/>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0"/>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0"/>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20" name="Google Shape;9020;p60"/>
          <p:cNvGrpSpPr/>
          <p:nvPr/>
        </p:nvGrpSpPr>
        <p:grpSpPr>
          <a:xfrm>
            <a:off x="6656812" y="1848388"/>
            <a:ext cx="368690" cy="245793"/>
            <a:chOff x="6656812" y="2029388"/>
            <a:chExt cx="368690" cy="245793"/>
          </a:xfrm>
        </p:grpSpPr>
        <p:sp>
          <p:nvSpPr>
            <p:cNvPr id="9021" name="Google Shape;9021;p60"/>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0"/>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0"/>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0"/>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0"/>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0"/>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0"/>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0"/>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60"/>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0"/>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1" name="Google Shape;9031;p60"/>
          <p:cNvGrpSpPr/>
          <p:nvPr/>
        </p:nvGrpSpPr>
        <p:grpSpPr>
          <a:xfrm>
            <a:off x="4869651" y="1831218"/>
            <a:ext cx="376654" cy="281566"/>
            <a:chOff x="4869651" y="2012218"/>
            <a:chExt cx="376654" cy="281566"/>
          </a:xfrm>
        </p:grpSpPr>
        <p:sp>
          <p:nvSpPr>
            <p:cNvPr id="9032" name="Google Shape;9032;p60"/>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0"/>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0"/>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0"/>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6" name="Google Shape;9036;p60"/>
          <p:cNvGrpSpPr/>
          <p:nvPr/>
        </p:nvGrpSpPr>
        <p:grpSpPr>
          <a:xfrm>
            <a:off x="5306224" y="1831313"/>
            <a:ext cx="367925" cy="281694"/>
            <a:chOff x="5306224" y="2012313"/>
            <a:chExt cx="367925" cy="281694"/>
          </a:xfrm>
        </p:grpSpPr>
        <p:sp>
          <p:nvSpPr>
            <p:cNvPr id="9037" name="Google Shape;9037;p60"/>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0"/>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39" name="Google Shape;9039;p60"/>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40" name="Google Shape;9040;p60"/>
          <p:cNvGrpSpPr/>
          <p:nvPr/>
        </p:nvGrpSpPr>
        <p:grpSpPr>
          <a:xfrm>
            <a:off x="6195998" y="1802102"/>
            <a:ext cx="368308" cy="338746"/>
            <a:chOff x="6195998" y="1983102"/>
            <a:chExt cx="368308" cy="338746"/>
          </a:xfrm>
        </p:grpSpPr>
        <p:sp>
          <p:nvSpPr>
            <p:cNvPr id="9041" name="Google Shape;9041;p60"/>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0"/>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0"/>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4" name="Google Shape;9044;p60"/>
          <p:cNvGrpSpPr/>
          <p:nvPr/>
        </p:nvGrpSpPr>
        <p:grpSpPr>
          <a:xfrm>
            <a:off x="7542031" y="1830835"/>
            <a:ext cx="369072" cy="280037"/>
            <a:chOff x="7542031" y="2011835"/>
            <a:chExt cx="369072" cy="280037"/>
          </a:xfrm>
        </p:grpSpPr>
        <p:sp>
          <p:nvSpPr>
            <p:cNvPr id="9045" name="Google Shape;9045;p60"/>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0"/>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0"/>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0"/>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0"/>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0"/>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0"/>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0"/>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0"/>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4" name="Google Shape;9054;p60"/>
          <p:cNvGrpSpPr/>
          <p:nvPr/>
        </p:nvGrpSpPr>
        <p:grpSpPr>
          <a:xfrm>
            <a:off x="8010427" y="3167503"/>
            <a:ext cx="278795" cy="351615"/>
            <a:chOff x="8010427" y="3348503"/>
            <a:chExt cx="278795" cy="351615"/>
          </a:xfrm>
        </p:grpSpPr>
        <p:sp>
          <p:nvSpPr>
            <p:cNvPr id="9055" name="Google Shape;9055;p60"/>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0"/>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0"/>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0"/>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59" name="Google Shape;9059;p60"/>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60" name="Google Shape;9060;p60"/>
          <p:cNvGrpSpPr/>
          <p:nvPr/>
        </p:nvGrpSpPr>
        <p:grpSpPr>
          <a:xfrm>
            <a:off x="7141900" y="3168204"/>
            <a:ext cx="281057" cy="351010"/>
            <a:chOff x="7141900" y="3349204"/>
            <a:chExt cx="281057" cy="351010"/>
          </a:xfrm>
        </p:grpSpPr>
        <p:sp>
          <p:nvSpPr>
            <p:cNvPr id="9061" name="Google Shape;9061;p60"/>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0"/>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0"/>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4" name="Google Shape;9064;p60"/>
          <p:cNvGrpSpPr/>
          <p:nvPr/>
        </p:nvGrpSpPr>
        <p:grpSpPr>
          <a:xfrm>
            <a:off x="5314188" y="3169032"/>
            <a:ext cx="363752" cy="353113"/>
            <a:chOff x="5314188" y="3350032"/>
            <a:chExt cx="363752" cy="353113"/>
          </a:xfrm>
        </p:grpSpPr>
        <p:sp>
          <p:nvSpPr>
            <p:cNvPr id="9065" name="Google Shape;9065;p60"/>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0"/>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7" name="Google Shape;9067;p60"/>
          <p:cNvGrpSpPr/>
          <p:nvPr/>
        </p:nvGrpSpPr>
        <p:grpSpPr>
          <a:xfrm>
            <a:off x="5829984" y="3169032"/>
            <a:ext cx="220755" cy="352348"/>
            <a:chOff x="5829984" y="3350032"/>
            <a:chExt cx="220755" cy="352348"/>
          </a:xfrm>
        </p:grpSpPr>
        <p:sp>
          <p:nvSpPr>
            <p:cNvPr id="9068" name="Google Shape;9068;p60"/>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0"/>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0"/>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0"/>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2" name="Google Shape;9072;p60"/>
          <p:cNvGrpSpPr/>
          <p:nvPr/>
        </p:nvGrpSpPr>
        <p:grpSpPr>
          <a:xfrm>
            <a:off x="4882170" y="3168841"/>
            <a:ext cx="358464" cy="352316"/>
            <a:chOff x="4882170" y="3349841"/>
            <a:chExt cx="358464" cy="352316"/>
          </a:xfrm>
        </p:grpSpPr>
        <p:sp>
          <p:nvSpPr>
            <p:cNvPr id="9073" name="Google Shape;9073;p60"/>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0"/>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75" name="Google Shape;9075;p60"/>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0"/>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77" name="Google Shape;9077;p60"/>
          <p:cNvGrpSpPr/>
          <p:nvPr/>
        </p:nvGrpSpPr>
        <p:grpSpPr>
          <a:xfrm>
            <a:off x="3044965" y="2254220"/>
            <a:ext cx="400194" cy="324316"/>
            <a:chOff x="3044965" y="2435220"/>
            <a:chExt cx="400194" cy="324316"/>
          </a:xfrm>
        </p:grpSpPr>
        <p:sp>
          <p:nvSpPr>
            <p:cNvPr id="9078" name="Google Shape;9078;p60"/>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0"/>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0"/>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1" name="Google Shape;9081;p60"/>
          <p:cNvGrpSpPr/>
          <p:nvPr/>
        </p:nvGrpSpPr>
        <p:grpSpPr>
          <a:xfrm>
            <a:off x="6203579" y="3167981"/>
            <a:ext cx="351615" cy="350373"/>
            <a:chOff x="6203579" y="3348981"/>
            <a:chExt cx="351615" cy="350373"/>
          </a:xfrm>
        </p:grpSpPr>
        <p:sp>
          <p:nvSpPr>
            <p:cNvPr id="9082" name="Google Shape;9082;p60"/>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0"/>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0"/>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0"/>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0"/>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7" name="Google Shape;9087;p60"/>
          <p:cNvGrpSpPr/>
          <p:nvPr/>
        </p:nvGrpSpPr>
        <p:grpSpPr>
          <a:xfrm>
            <a:off x="4878379" y="2292892"/>
            <a:ext cx="367161" cy="287523"/>
            <a:chOff x="4878379" y="2473892"/>
            <a:chExt cx="367161" cy="287523"/>
          </a:xfrm>
        </p:grpSpPr>
        <p:sp>
          <p:nvSpPr>
            <p:cNvPr id="9088" name="Google Shape;9088;p60"/>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0"/>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0"/>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0"/>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0"/>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3" name="Google Shape;9093;p60"/>
          <p:cNvGrpSpPr/>
          <p:nvPr/>
        </p:nvGrpSpPr>
        <p:grpSpPr>
          <a:xfrm>
            <a:off x="1325719" y="2706689"/>
            <a:ext cx="290581" cy="372481"/>
            <a:chOff x="1325719" y="2887689"/>
            <a:chExt cx="290581" cy="372481"/>
          </a:xfrm>
        </p:grpSpPr>
        <p:sp>
          <p:nvSpPr>
            <p:cNvPr id="9094" name="Google Shape;9094;p60"/>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0"/>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96" name="Google Shape;9096;p60"/>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97" name="Google Shape;9097;p60"/>
          <p:cNvGrpSpPr/>
          <p:nvPr/>
        </p:nvGrpSpPr>
        <p:grpSpPr>
          <a:xfrm>
            <a:off x="3510335" y="2711499"/>
            <a:ext cx="360726" cy="361204"/>
            <a:chOff x="3510335" y="2892499"/>
            <a:chExt cx="360726" cy="361204"/>
          </a:xfrm>
        </p:grpSpPr>
        <p:sp>
          <p:nvSpPr>
            <p:cNvPr id="9098" name="Google Shape;9098;p60"/>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0"/>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0"/>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0"/>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0"/>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3" name="Google Shape;9103;p60"/>
          <p:cNvGrpSpPr/>
          <p:nvPr/>
        </p:nvGrpSpPr>
        <p:grpSpPr>
          <a:xfrm>
            <a:off x="3086313" y="2696049"/>
            <a:ext cx="320143" cy="392581"/>
            <a:chOff x="3086313" y="2877049"/>
            <a:chExt cx="320143" cy="392581"/>
          </a:xfrm>
        </p:grpSpPr>
        <p:sp>
          <p:nvSpPr>
            <p:cNvPr id="9104" name="Google Shape;9104;p60"/>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0"/>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0"/>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0"/>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0"/>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0"/>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0"/>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0"/>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0"/>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0"/>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0"/>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0"/>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16" name="Google Shape;9116;p60"/>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17" name="Google Shape;9117;p60"/>
          <p:cNvGrpSpPr/>
          <p:nvPr/>
        </p:nvGrpSpPr>
        <p:grpSpPr>
          <a:xfrm>
            <a:off x="861113" y="2704746"/>
            <a:ext cx="333809" cy="373277"/>
            <a:chOff x="861113" y="2885746"/>
            <a:chExt cx="333809" cy="373277"/>
          </a:xfrm>
        </p:grpSpPr>
        <p:sp>
          <p:nvSpPr>
            <p:cNvPr id="9118" name="Google Shape;9118;p60"/>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0"/>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0"/>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21" name="Google Shape;9121;p60"/>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0"/>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23" name="Google Shape;9123;p60"/>
          <p:cNvGrpSpPr/>
          <p:nvPr/>
        </p:nvGrpSpPr>
        <p:grpSpPr>
          <a:xfrm>
            <a:off x="1297654" y="1323481"/>
            <a:ext cx="349354" cy="362223"/>
            <a:chOff x="1297654" y="1504481"/>
            <a:chExt cx="349354" cy="362223"/>
          </a:xfrm>
        </p:grpSpPr>
        <p:sp>
          <p:nvSpPr>
            <p:cNvPr id="9124" name="Google Shape;9124;p60"/>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0"/>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0"/>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27" name="Google Shape;9127;p60"/>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28" name="Google Shape;9128;p60"/>
          <p:cNvGrpSpPr/>
          <p:nvPr/>
        </p:nvGrpSpPr>
        <p:grpSpPr>
          <a:xfrm>
            <a:off x="852385" y="1329916"/>
            <a:ext cx="353145" cy="351998"/>
            <a:chOff x="852385" y="1510916"/>
            <a:chExt cx="353145" cy="351998"/>
          </a:xfrm>
        </p:grpSpPr>
        <p:sp>
          <p:nvSpPr>
            <p:cNvPr id="9129" name="Google Shape;9129;p60"/>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0"/>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0"/>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2" name="Google Shape;9132;p60"/>
          <p:cNvGrpSpPr/>
          <p:nvPr/>
        </p:nvGrpSpPr>
        <p:grpSpPr>
          <a:xfrm>
            <a:off x="1745217" y="1334471"/>
            <a:ext cx="343269" cy="342505"/>
            <a:chOff x="1745217" y="1515471"/>
            <a:chExt cx="343269" cy="342505"/>
          </a:xfrm>
        </p:grpSpPr>
        <p:sp>
          <p:nvSpPr>
            <p:cNvPr id="9133" name="Google Shape;9133;p60"/>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0"/>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0"/>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60"/>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37" name="Google Shape;9137;p60"/>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38" name="Google Shape;9138;p60"/>
          <p:cNvGrpSpPr/>
          <p:nvPr/>
        </p:nvGrpSpPr>
        <p:grpSpPr>
          <a:xfrm>
            <a:off x="3042703" y="1348137"/>
            <a:ext cx="411535" cy="315587"/>
            <a:chOff x="3042703" y="1529137"/>
            <a:chExt cx="411535" cy="315587"/>
          </a:xfrm>
        </p:grpSpPr>
        <p:sp>
          <p:nvSpPr>
            <p:cNvPr id="9139" name="Google Shape;9139;p60"/>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0"/>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0"/>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0"/>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0"/>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0"/>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0"/>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0"/>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0"/>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0"/>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9" name="Google Shape;9149;p60"/>
          <p:cNvGrpSpPr/>
          <p:nvPr/>
        </p:nvGrpSpPr>
        <p:grpSpPr>
          <a:xfrm>
            <a:off x="2629289" y="1363682"/>
            <a:ext cx="350501" cy="284497"/>
            <a:chOff x="2629289" y="1544682"/>
            <a:chExt cx="350501" cy="284497"/>
          </a:xfrm>
        </p:grpSpPr>
        <p:sp>
          <p:nvSpPr>
            <p:cNvPr id="9150" name="Google Shape;9150;p60"/>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0"/>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0"/>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0"/>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0"/>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5" name="Google Shape;9155;p60"/>
          <p:cNvGrpSpPr/>
          <p:nvPr/>
        </p:nvGrpSpPr>
        <p:grpSpPr>
          <a:xfrm>
            <a:off x="5305077" y="1321633"/>
            <a:ext cx="367893" cy="365218"/>
            <a:chOff x="5305077" y="1502633"/>
            <a:chExt cx="367893" cy="365218"/>
          </a:xfrm>
        </p:grpSpPr>
        <p:sp>
          <p:nvSpPr>
            <p:cNvPr id="9156" name="Google Shape;9156;p60"/>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0"/>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8" name="Google Shape;9158;p60"/>
          <p:cNvGrpSpPr/>
          <p:nvPr/>
        </p:nvGrpSpPr>
        <p:grpSpPr>
          <a:xfrm>
            <a:off x="7100170" y="1319117"/>
            <a:ext cx="368308" cy="367033"/>
            <a:chOff x="7100170" y="1500117"/>
            <a:chExt cx="368308" cy="367033"/>
          </a:xfrm>
        </p:grpSpPr>
        <p:sp>
          <p:nvSpPr>
            <p:cNvPr id="9159" name="Google Shape;9159;p60"/>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0"/>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0"/>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60"/>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60"/>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0"/>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0"/>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0"/>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0"/>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0"/>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0"/>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0"/>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0"/>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72" name="Google Shape;9172;p60"/>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3" name="Google Shape;9173;p60"/>
          <p:cNvGrpSpPr/>
          <p:nvPr/>
        </p:nvGrpSpPr>
        <p:grpSpPr>
          <a:xfrm>
            <a:off x="6649231" y="1319021"/>
            <a:ext cx="390287" cy="367065"/>
            <a:chOff x="6649231" y="1500021"/>
            <a:chExt cx="390287" cy="367065"/>
          </a:xfrm>
        </p:grpSpPr>
        <p:sp>
          <p:nvSpPr>
            <p:cNvPr id="9174" name="Google Shape;9174;p60"/>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0"/>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60"/>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0"/>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0"/>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0"/>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0"/>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0"/>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0"/>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0"/>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0"/>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0"/>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6" name="Google Shape;9186;p60"/>
          <p:cNvGrpSpPr/>
          <p:nvPr/>
        </p:nvGrpSpPr>
        <p:grpSpPr>
          <a:xfrm>
            <a:off x="5746938" y="1362503"/>
            <a:ext cx="387261" cy="280356"/>
            <a:chOff x="5746938" y="1543503"/>
            <a:chExt cx="387261" cy="280356"/>
          </a:xfrm>
        </p:grpSpPr>
        <p:sp>
          <p:nvSpPr>
            <p:cNvPr id="9187" name="Google Shape;9187;p60"/>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0"/>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9" name="Google Shape;9189;p60"/>
          <p:cNvGrpSpPr/>
          <p:nvPr/>
        </p:nvGrpSpPr>
        <p:grpSpPr>
          <a:xfrm>
            <a:off x="6196730" y="1344346"/>
            <a:ext cx="369072" cy="317467"/>
            <a:chOff x="6196730" y="1525346"/>
            <a:chExt cx="369072" cy="317467"/>
          </a:xfrm>
        </p:grpSpPr>
        <p:sp>
          <p:nvSpPr>
            <p:cNvPr id="9190" name="Google Shape;9190;p60"/>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0"/>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0"/>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3" name="Google Shape;9193;p60"/>
          <p:cNvGrpSpPr/>
          <p:nvPr/>
        </p:nvGrpSpPr>
        <p:grpSpPr>
          <a:xfrm>
            <a:off x="4940592" y="1319690"/>
            <a:ext cx="246558" cy="367161"/>
            <a:chOff x="4940592" y="1500690"/>
            <a:chExt cx="246558" cy="367161"/>
          </a:xfrm>
        </p:grpSpPr>
        <p:sp>
          <p:nvSpPr>
            <p:cNvPr id="9194" name="Google Shape;9194;p60"/>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60"/>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0"/>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0"/>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8" name="Google Shape;9198;p60"/>
          <p:cNvGrpSpPr/>
          <p:nvPr/>
        </p:nvGrpSpPr>
        <p:grpSpPr>
          <a:xfrm>
            <a:off x="7964906" y="1318894"/>
            <a:ext cx="380858" cy="367575"/>
            <a:chOff x="7964906" y="1499894"/>
            <a:chExt cx="380858" cy="367575"/>
          </a:xfrm>
        </p:grpSpPr>
        <p:sp>
          <p:nvSpPr>
            <p:cNvPr id="9199" name="Google Shape;9199;p60"/>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0"/>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0"/>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02" name="Google Shape;9202;p60"/>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03" name="Google Shape;9203;p60"/>
          <p:cNvGrpSpPr/>
          <p:nvPr/>
        </p:nvGrpSpPr>
        <p:grpSpPr>
          <a:xfrm>
            <a:off x="8007400" y="2721278"/>
            <a:ext cx="285230" cy="355597"/>
            <a:chOff x="8007400" y="2902278"/>
            <a:chExt cx="285230" cy="355597"/>
          </a:xfrm>
        </p:grpSpPr>
        <p:sp>
          <p:nvSpPr>
            <p:cNvPr id="9204" name="Google Shape;9204;p60"/>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0"/>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6" name="Google Shape;9206;p60"/>
          <p:cNvGrpSpPr/>
          <p:nvPr/>
        </p:nvGrpSpPr>
        <p:grpSpPr>
          <a:xfrm>
            <a:off x="6219124" y="2721788"/>
            <a:ext cx="318231" cy="355470"/>
            <a:chOff x="6219124" y="2902788"/>
            <a:chExt cx="318231" cy="355470"/>
          </a:xfrm>
        </p:grpSpPr>
        <p:sp>
          <p:nvSpPr>
            <p:cNvPr id="9207" name="Google Shape;9207;p60"/>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0"/>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0"/>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0"/>
          <p:cNvGrpSpPr/>
          <p:nvPr/>
        </p:nvGrpSpPr>
        <p:grpSpPr>
          <a:xfrm>
            <a:off x="4969421" y="2721852"/>
            <a:ext cx="185109" cy="355406"/>
            <a:chOff x="4969421" y="2902852"/>
            <a:chExt cx="185109" cy="355406"/>
          </a:xfrm>
        </p:grpSpPr>
        <p:sp>
          <p:nvSpPr>
            <p:cNvPr id="9211" name="Google Shape;9211;p60"/>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0"/>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60"/>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0"/>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0"/>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0"/>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17" name="Google Shape;9217;p60"/>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0"/>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19" name="Google Shape;9219;p60"/>
          <p:cNvGrpSpPr/>
          <p:nvPr/>
        </p:nvGrpSpPr>
        <p:grpSpPr>
          <a:xfrm>
            <a:off x="6685259" y="2721852"/>
            <a:ext cx="311414" cy="355406"/>
            <a:chOff x="6685259" y="2902852"/>
            <a:chExt cx="311414" cy="355406"/>
          </a:xfrm>
        </p:grpSpPr>
        <p:sp>
          <p:nvSpPr>
            <p:cNvPr id="9220" name="Google Shape;9220;p60"/>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0"/>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0"/>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3" name="Google Shape;9223;p60"/>
          <p:cNvGrpSpPr/>
          <p:nvPr/>
        </p:nvGrpSpPr>
        <p:grpSpPr>
          <a:xfrm>
            <a:off x="5309250" y="2722170"/>
            <a:ext cx="359579" cy="355852"/>
            <a:chOff x="5309250" y="2903170"/>
            <a:chExt cx="359579" cy="355852"/>
          </a:xfrm>
        </p:grpSpPr>
        <p:sp>
          <p:nvSpPr>
            <p:cNvPr id="9224" name="Google Shape;9224;p60"/>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0"/>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0"/>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7" name="Google Shape;9227;p60"/>
          <p:cNvGrpSpPr/>
          <p:nvPr/>
        </p:nvGrpSpPr>
        <p:grpSpPr>
          <a:xfrm>
            <a:off x="2199565" y="2240172"/>
            <a:ext cx="312179" cy="353431"/>
            <a:chOff x="2199565" y="2421172"/>
            <a:chExt cx="312179" cy="353431"/>
          </a:xfrm>
        </p:grpSpPr>
        <p:sp>
          <p:nvSpPr>
            <p:cNvPr id="9228" name="Google Shape;9228;p60"/>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60"/>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0" name="Google Shape;9230;p60"/>
          <p:cNvGrpSpPr/>
          <p:nvPr/>
        </p:nvGrpSpPr>
        <p:grpSpPr>
          <a:xfrm>
            <a:off x="1750887" y="2244727"/>
            <a:ext cx="320143" cy="343269"/>
            <a:chOff x="1750887" y="2425727"/>
            <a:chExt cx="320143" cy="343269"/>
          </a:xfrm>
        </p:grpSpPr>
        <p:sp>
          <p:nvSpPr>
            <p:cNvPr id="9231" name="Google Shape;9231;p60"/>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0"/>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3" name="Google Shape;9233;p60"/>
          <p:cNvGrpSpPr/>
          <p:nvPr/>
        </p:nvGrpSpPr>
        <p:grpSpPr>
          <a:xfrm>
            <a:off x="1298037" y="2244727"/>
            <a:ext cx="338364" cy="342887"/>
            <a:chOff x="1298037" y="2425727"/>
            <a:chExt cx="338364" cy="342887"/>
          </a:xfrm>
        </p:grpSpPr>
        <p:sp>
          <p:nvSpPr>
            <p:cNvPr id="9234" name="Google Shape;9234;p60"/>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0"/>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0"/>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60"/>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38" name="Google Shape;9238;p60"/>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39" name="Google Shape;9239;p60"/>
          <p:cNvGrpSpPr/>
          <p:nvPr/>
        </p:nvGrpSpPr>
        <p:grpSpPr>
          <a:xfrm>
            <a:off x="3974207" y="2248009"/>
            <a:ext cx="320143" cy="338491"/>
            <a:chOff x="3974207" y="2429009"/>
            <a:chExt cx="320143" cy="338491"/>
          </a:xfrm>
        </p:grpSpPr>
        <p:sp>
          <p:nvSpPr>
            <p:cNvPr id="9240" name="Google Shape;9240;p60"/>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0"/>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2" name="Google Shape;9242;p60"/>
          <p:cNvGrpSpPr/>
          <p:nvPr/>
        </p:nvGrpSpPr>
        <p:grpSpPr>
          <a:xfrm>
            <a:off x="2623237" y="2250047"/>
            <a:ext cx="355024" cy="332630"/>
            <a:chOff x="2623237" y="2431047"/>
            <a:chExt cx="355024" cy="332630"/>
          </a:xfrm>
        </p:grpSpPr>
        <p:sp>
          <p:nvSpPr>
            <p:cNvPr id="9243" name="Google Shape;9243;p60"/>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0"/>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0"/>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0"/>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7" name="Google Shape;9247;p60"/>
          <p:cNvGrpSpPr/>
          <p:nvPr/>
        </p:nvGrpSpPr>
        <p:grpSpPr>
          <a:xfrm>
            <a:off x="6657194" y="2253073"/>
            <a:ext cx="375507" cy="367925"/>
            <a:chOff x="6657194" y="2434073"/>
            <a:chExt cx="375507" cy="367925"/>
          </a:xfrm>
        </p:grpSpPr>
        <p:sp>
          <p:nvSpPr>
            <p:cNvPr id="9248" name="Google Shape;9248;p60"/>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60"/>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0"/>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1" name="Google Shape;9251;p60"/>
          <p:cNvGrpSpPr/>
          <p:nvPr/>
        </p:nvGrpSpPr>
        <p:grpSpPr>
          <a:xfrm>
            <a:off x="7101317" y="2260655"/>
            <a:ext cx="367925" cy="352380"/>
            <a:chOff x="7101317" y="2441655"/>
            <a:chExt cx="367925" cy="352380"/>
          </a:xfrm>
        </p:grpSpPr>
        <p:sp>
          <p:nvSpPr>
            <p:cNvPr id="9252" name="Google Shape;9252;p60"/>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0"/>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4" name="Google Shape;9254;p60"/>
          <p:cNvGrpSpPr/>
          <p:nvPr/>
        </p:nvGrpSpPr>
        <p:grpSpPr>
          <a:xfrm>
            <a:off x="5756399" y="2253456"/>
            <a:ext cx="367925" cy="367161"/>
            <a:chOff x="5756399" y="2434456"/>
            <a:chExt cx="367925" cy="367161"/>
          </a:xfrm>
        </p:grpSpPr>
        <p:sp>
          <p:nvSpPr>
            <p:cNvPr id="9255" name="Google Shape;9255;p60"/>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0"/>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0"/>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0"/>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0"/>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0"/>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0"/>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2" name="Google Shape;9262;p60"/>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60"/>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4" name="Google Shape;9264;p60"/>
          <p:cNvGrpSpPr/>
          <p:nvPr/>
        </p:nvGrpSpPr>
        <p:grpSpPr>
          <a:xfrm>
            <a:off x="7964906" y="2253073"/>
            <a:ext cx="373627" cy="367925"/>
            <a:chOff x="7964906" y="2434073"/>
            <a:chExt cx="373627" cy="367925"/>
          </a:xfrm>
        </p:grpSpPr>
        <p:sp>
          <p:nvSpPr>
            <p:cNvPr id="9265" name="Google Shape;9265;p60"/>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0"/>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7" name="Google Shape;9267;p60"/>
          <p:cNvGrpSpPr/>
          <p:nvPr/>
        </p:nvGrpSpPr>
        <p:grpSpPr>
          <a:xfrm>
            <a:off x="6194086" y="2256737"/>
            <a:ext cx="369837" cy="360471"/>
            <a:chOff x="6194086" y="2437737"/>
            <a:chExt cx="369837" cy="360471"/>
          </a:xfrm>
        </p:grpSpPr>
        <p:sp>
          <p:nvSpPr>
            <p:cNvPr id="9268" name="Google Shape;9268;p60"/>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0"/>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70" name="Google Shape;9270;p60"/>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9271" name="Google Shape;9271;p60"/>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275"/>
        <p:cNvGrpSpPr/>
        <p:nvPr/>
      </p:nvGrpSpPr>
      <p:grpSpPr>
        <a:xfrm>
          <a:off x="0" y="0"/>
          <a:ext cx="0" cy="0"/>
          <a:chOff x="0" y="0"/>
          <a:chExt cx="0" cy="0"/>
        </a:xfrm>
      </p:grpSpPr>
      <p:grpSp>
        <p:nvGrpSpPr>
          <p:cNvPr id="9276" name="Google Shape;9276;p61"/>
          <p:cNvGrpSpPr/>
          <p:nvPr/>
        </p:nvGrpSpPr>
        <p:grpSpPr>
          <a:xfrm>
            <a:off x="3122257" y="1334344"/>
            <a:ext cx="294850" cy="349434"/>
            <a:chOff x="3122257" y="1508594"/>
            <a:chExt cx="294850" cy="349434"/>
          </a:xfrm>
        </p:grpSpPr>
        <p:sp>
          <p:nvSpPr>
            <p:cNvPr id="9277" name="Google Shape;9277;p61"/>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1"/>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1"/>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1"/>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1"/>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2" name="Google Shape;9282;p61"/>
          <p:cNvGrpSpPr/>
          <p:nvPr/>
        </p:nvGrpSpPr>
        <p:grpSpPr>
          <a:xfrm>
            <a:off x="910723" y="1333962"/>
            <a:ext cx="251660" cy="350166"/>
            <a:chOff x="910723" y="1508212"/>
            <a:chExt cx="251660" cy="350166"/>
          </a:xfrm>
        </p:grpSpPr>
        <p:sp>
          <p:nvSpPr>
            <p:cNvPr id="9283" name="Google Shape;9283;p61"/>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1"/>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1"/>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1"/>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1"/>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1"/>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1"/>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1"/>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1"/>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1"/>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1"/>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1"/>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1"/>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1"/>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1"/>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1"/>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1"/>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0" name="Google Shape;9300;p61"/>
          <p:cNvGrpSpPr/>
          <p:nvPr/>
        </p:nvGrpSpPr>
        <p:grpSpPr>
          <a:xfrm>
            <a:off x="1308631" y="1333580"/>
            <a:ext cx="350166" cy="350198"/>
            <a:chOff x="1308631" y="1507830"/>
            <a:chExt cx="350166" cy="350198"/>
          </a:xfrm>
        </p:grpSpPr>
        <p:sp>
          <p:nvSpPr>
            <p:cNvPr id="9301" name="Google Shape;9301;p61"/>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1"/>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1"/>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1"/>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5" name="Google Shape;9305;p61"/>
          <p:cNvGrpSpPr/>
          <p:nvPr/>
        </p:nvGrpSpPr>
        <p:grpSpPr>
          <a:xfrm>
            <a:off x="1756921" y="1335489"/>
            <a:ext cx="345997" cy="345997"/>
            <a:chOff x="1756921" y="1509739"/>
            <a:chExt cx="345997" cy="345997"/>
          </a:xfrm>
        </p:grpSpPr>
        <p:sp>
          <p:nvSpPr>
            <p:cNvPr id="9306" name="Google Shape;9306;p61"/>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1"/>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1"/>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1"/>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1"/>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1"/>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1"/>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1"/>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1"/>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1"/>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1"/>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1"/>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1"/>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1"/>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61"/>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1"/>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1"/>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3" name="Google Shape;9323;p61"/>
          <p:cNvGrpSpPr/>
          <p:nvPr/>
        </p:nvGrpSpPr>
        <p:grpSpPr>
          <a:xfrm>
            <a:off x="2216956" y="1336253"/>
            <a:ext cx="318721" cy="345615"/>
            <a:chOff x="2216956" y="1510503"/>
            <a:chExt cx="318721" cy="345615"/>
          </a:xfrm>
        </p:grpSpPr>
        <p:sp>
          <p:nvSpPr>
            <p:cNvPr id="9324" name="Google Shape;9324;p61"/>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1"/>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1"/>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1"/>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1"/>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9" name="Google Shape;9329;p61"/>
          <p:cNvGrpSpPr/>
          <p:nvPr/>
        </p:nvGrpSpPr>
        <p:grpSpPr>
          <a:xfrm>
            <a:off x="3988156" y="1394211"/>
            <a:ext cx="349052" cy="230049"/>
            <a:chOff x="3988156" y="1568461"/>
            <a:chExt cx="349052" cy="230049"/>
          </a:xfrm>
        </p:grpSpPr>
        <p:sp>
          <p:nvSpPr>
            <p:cNvPr id="9330" name="Google Shape;9330;p61"/>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1"/>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1"/>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1"/>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1"/>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1"/>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61"/>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7" name="Google Shape;9337;p61"/>
          <p:cNvGrpSpPr/>
          <p:nvPr/>
        </p:nvGrpSpPr>
        <p:grpSpPr>
          <a:xfrm>
            <a:off x="2633037" y="1325623"/>
            <a:ext cx="379002" cy="366112"/>
            <a:chOff x="2633037" y="1499873"/>
            <a:chExt cx="379002" cy="366112"/>
          </a:xfrm>
        </p:grpSpPr>
        <p:sp>
          <p:nvSpPr>
            <p:cNvPr id="9338" name="Google Shape;9338;p61"/>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1"/>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1"/>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1"/>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1"/>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1"/>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4" name="Google Shape;9344;p61"/>
          <p:cNvGrpSpPr/>
          <p:nvPr/>
        </p:nvGrpSpPr>
        <p:grpSpPr>
          <a:xfrm>
            <a:off x="6675256" y="1341919"/>
            <a:ext cx="327823" cy="357009"/>
            <a:chOff x="6675256" y="1516169"/>
            <a:chExt cx="327823" cy="357009"/>
          </a:xfrm>
        </p:grpSpPr>
        <p:sp>
          <p:nvSpPr>
            <p:cNvPr id="9345" name="Google Shape;9345;p61"/>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1"/>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1"/>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1"/>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1"/>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1"/>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1"/>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1"/>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1"/>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4" name="Google Shape;9354;p61"/>
          <p:cNvGrpSpPr/>
          <p:nvPr/>
        </p:nvGrpSpPr>
        <p:grpSpPr>
          <a:xfrm>
            <a:off x="8020159" y="1342301"/>
            <a:ext cx="300897" cy="356627"/>
            <a:chOff x="8020159" y="1516551"/>
            <a:chExt cx="300897" cy="356627"/>
          </a:xfrm>
        </p:grpSpPr>
        <p:sp>
          <p:nvSpPr>
            <p:cNvPr id="9355" name="Google Shape;9355;p61"/>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1"/>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1"/>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1"/>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1"/>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0" name="Google Shape;9360;p61"/>
          <p:cNvGrpSpPr/>
          <p:nvPr/>
        </p:nvGrpSpPr>
        <p:grpSpPr>
          <a:xfrm>
            <a:off x="5377363" y="1341919"/>
            <a:ext cx="257357" cy="356627"/>
            <a:chOff x="5377363" y="1516169"/>
            <a:chExt cx="257357" cy="356627"/>
          </a:xfrm>
        </p:grpSpPr>
        <p:sp>
          <p:nvSpPr>
            <p:cNvPr id="9361" name="Google Shape;9361;p61"/>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61"/>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1"/>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1"/>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1"/>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1"/>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1"/>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1"/>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1"/>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61"/>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61"/>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1"/>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1"/>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1"/>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1"/>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1"/>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1"/>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8" name="Google Shape;9378;p61"/>
          <p:cNvGrpSpPr/>
          <p:nvPr/>
        </p:nvGrpSpPr>
        <p:grpSpPr>
          <a:xfrm>
            <a:off x="4880567" y="1361620"/>
            <a:ext cx="356245" cy="317607"/>
            <a:chOff x="4880567" y="1535870"/>
            <a:chExt cx="356245" cy="317607"/>
          </a:xfrm>
        </p:grpSpPr>
        <p:sp>
          <p:nvSpPr>
            <p:cNvPr id="9379" name="Google Shape;9379;p61"/>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1"/>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1"/>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1"/>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1"/>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4" name="Google Shape;9384;p61"/>
          <p:cNvGrpSpPr/>
          <p:nvPr/>
        </p:nvGrpSpPr>
        <p:grpSpPr>
          <a:xfrm>
            <a:off x="5771483" y="1341537"/>
            <a:ext cx="357359" cy="357391"/>
            <a:chOff x="5771483" y="1515787"/>
            <a:chExt cx="357359" cy="357391"/>
          </a:xfrm>
        </p:grpSpPr>
        <p:sp>
          <p:nvSpPr>
            <p:cNvPr id="9385" name="Google Shape;9385;p61"/>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61"/>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61"/>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1"/>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9" name="Google Shape;9389;p61"/>
          <p:cNvGrpSpPr/>
          <p:nvPr/>
        </p:nvGrpSpPr>
        <p:grpSpPr>
          <a:xfrm>
            <a:off x="7121669" y="1359360"/>
            <a:ext cx="321362" cy="321362"/>
            <a:chOff x="7121669" y="1533610"/>
            <a:chExt cx="321362" cy="321362"/>
          </a:xfrm>
        </p:grpSpPr>
        <p:sp>
          <p:nvSpPr>
            <p:cNvPr id="9390" name="Google Shape;9390;p61"/>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1"/>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1"/>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1"/>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4" name="Google Shape;9394;p61"/>
          <p:cNvGrpSpPr/>
          <p:nvPr/>
        </p:nvGrpSpPr>
        <p:grpSpPr>
          <a:xfrm>
            <a:off x="7562766" y="1340614"/>
            <a:ext cx="327059" cy="360192"/>
            <a:chOff x="7562766" y="1514864"/>
            <a:chExt cx="327059" cy="360192"/>
          </a:xfrm>
        </p:grpSpPr>
        <p:sp>
          <p:nvSpPr>
            <p:cNvPr id="9395" name="Google Shape;9395;p61"/>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1"/>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1"/>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1"/>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9" name="Google Shape;9399;p61"/>
          <p:cNvGrpSpPr/>
          <p:nvPr/>
        </p:nvGrpSpPr>
        <p:grpSpPr>
          <a:xfrm>
            <a:off x="6221229" y="1324423"/>
            <a:ext cx="361636" cy="362183"/>
            <a:chOff x="6259175" y="1559008"/>
            <a:chExt cx="271743" cy="272093"/>
          </a:xfrm>
        </p:grpSpPr>
        <p:sp>
          <p:nvSpPr>
            <p:cNvPr id="9400" name="Google Shape;9400;p61"/>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1"/>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1"/>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1"/>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1"/>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1"/>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1"/>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1"/>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1"/>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1"/>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1"/>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1"/>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1"/>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1"/>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1"/>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1"/>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1"/>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1"/>
          <p:cNvGrpSpPr/>
          <p:nvPr/>
        </p:nvGrpSpPr>
        <p:grpSpPr>
          <a:xfrm>
            <a:off x="6671087" y="1835054"/>
            <a:ext cx="332757" cy="281833"/>
            <a:chOff x="6671087" y="2009304"/>
            <a:chExt cx="332757" cy="281833"/>
          </a:xfrm>
        </p:grpSpPr>
        <p:sp>
          <p:nvSpPr>
            <p:cNvPr id="9418" name="Google Shape;9418;p61"/>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1"/>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0" name="Google Shape;9420;p61"/>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1" name="Google Shape;9421;p61"/>
          <p:cNvGrpSpPr/>
          <p:nvPr/>
        </p:nvGrpSpPr>
        <p:grpSpPr>
          <a:xfrm>
            <a:off x="2201806" y="1802335"/>
            <a:ext cx="349784" cy="349434"/>
            <a:chOff x="2201806" y="1976585"/>
            <a:chExt cx="349784" cy="349434"/>
          </a:xfrm>
        </p:grpSpPr>
        <p:sp>
          <p:nvSpPr>
            <p:cNvPr id="9422" name="Google Shape;9422;p61"/>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1"/>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1"/>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1"/>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6" name="Google Shape;9426;p61"/>
          <p:cNvGrpSpPr/>
          <p:nvPr/>
        </p:nvGrpSpPr>
        <p:grpSpPr>
          <a:xfrm>
            <a:off x="3094217" y="1802335"/>
            <a:ext cx="350198" cy="350548"/>
            <a:chOff x="3094217" y="1976585"/>
            <a:chExt cx="350198" cy="350548"/>
          </a:xfrm>
        </p:grpSpPr>
        <p:sp>
          <p:nvSpPr>
            <p:cNvPr id="9427" name="Google Shape;9427;p61"/>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1"/>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1"/>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1"/>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1"/>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1"/>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1"/>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1"/>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1"/>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1"/>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1"/>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1"/>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1"/>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0" name="Google Shape;9440;p61"/>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1" name="Google Shape;9441;p61"/>
          <p:cNvGrpSpPr/>
          <p:nvPr/>
        </p:nvGrpSpPr>
        <p:grpSpPr>
          <a:xfrm>
            <a:off x="3979435" y="1802335"/>
            <a:ext cx="345265" cy="349848"/>
            <a:chOff x="3979435" y="1976585"/>
            <a:chExt cx="345265" cy="349848"/>
          </a:xfrm>
        </p:grpSpPr>
        <p:sp>
          <p:nvSpPr>
            <p:cNvPr id="9442" name="Google Shape;9442;p61"/>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1"/>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1"/>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1"/>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1"/>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1"/>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1"/>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1"/>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1"/>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1"/>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1"/>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1"/>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1"/>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1"/>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1"/>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1"/>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1"/>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9" name="Google Shape;9459;p61"/>
          <p:cNvGrpSpPr/>
          <p:nvPr/>
        </p:nvGrpSpPr>
        <p:grpSpPr>
          <a:xfrm>
            <a:off x="3541011" y="1334344"/>
            <a:ext cx="350166" cy="349434"/>
            <a:chOff x="3541011" y="1508594"/>
            <a:chExt cx="350166" cy="349434"/>
          </a:xfrm>
        </p:grpSpPr>
        <p:sp>
          <p:nvSpPr>
            <p:cNvPr id="9460" name="Google Shape;9460;p61"/>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1"/>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1"/>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1"/>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1"/>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61"/>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1"/>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1"/>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1"/>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1"/>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1"/>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1"/>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1"/>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3" name="Google Shape;9473;p61"/>
          <p:cNvGrpSpPr/>
          <p:nvPr/>
        </p:nvGrpSpPr>
        <p:grpSpPr>
          <a:xfrm>
            <a:off x="3576626" y="1801571"/>
            <a:ext cx="284251" cy="351694"/>
            <a:chOff x="3576626" y="1975821"/>
            <a:chExt cx="284251" cy="351694"/>
          </a:xfrm>
        </p:grpSpPr>
        <p:sp>
          <p:nvSpPr>
            <p:cNvPr id="9474" name="Google Shape;9474;p61"/>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1"/>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1"/>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7" name="Google Shape;9477;p61"/>
          <p:cNvGrpSpPr/>
          <p:nvPr/>
        </p:nvGrpSpPr>
        <p:grpSpPr>
          <a:xfrm>
            <a:off x="2722090" y="2715912"/>
            <a:ext cx="238770" cy="371841"/>
            <a:chOff x="2722090" y="2890162"/>
            <a:chExt cx="238770" cy="371841"/>
          </a:xfrm>
        </p:grpSpPr>
        <p:sp>
          <p:nvSpPr>
            <p:cNvPr id="9478" name="Google Shape;9478;p61"/>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1"/>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1"/>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81" name="Google Shape;9481;p61"/>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2" name="Google Shape;9482;p61"/>
          <p:cNvGrpSpPr/>
          <p:nvPr/>
        </p:nvGrpSpPr>
        <p:grpSpPr>
          <a:xfrm>
            <a:off x="6216367" y="1795906"/>
            <a:ext cx="361147" cy="361147"/>
            <a:chOff x="6216367" y="1970156"/>
            <a:chExt cx="361147" cy="361147"/>
          </a:xfrm>
        </p:grpSpPr>
        <p:sp>
          <p:nvSpPr>
            <p:cNvPr id="9483" name="Google Shape;9483;p61"/>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1"/>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1"/>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1"/>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7" name="Google Shape;9487;p61"/>
          <p:cNvGrpSpPr/>
          <p:nvPr/>
        </p:nvGrpSpPr>
        <p:grpSpPr>
          <a:xfrm>
            <a:off x="1289311" y="2751972"/>
            <a:ext cx="408156" cy="299783"/>
            <a:chOff x="1289311" y="2926222"/>
            <a:chExt cx="408156" cy="299783"/>
          </a:xfrm>
        </p:grpSpPr>
        <p:sp>
          <p:nvSpPr>
            <p:cNvPr id="9488" name="Google Shape;9488;p61"/>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1"/>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61"/>
          <p:cNvGrpSpPr/>
          <p:nvPr/>
        </p:nvGrpSpPr>
        <p:grpSpPr>
          <a:xfrm>
            <a:off x="7978465" y="1795142"/>
            <a:ext cx="361147" cy="360797"/>
            <a:chOff x="7978465" y="1969392"/>
            <a:chExt cx="361147" cy="360797"/>
          </a:xfrm>
        </p:grpSpPr>
        <p:sp>
          <p:nvSpPr>
            <p:cNvPr id="9491" name="Google Shape;9491;p61"/>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1"/>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1"/>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1"/>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1"/>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1"/>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1"/>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1"/>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61"/>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0" name="Google Shape;9500;p61"/>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1" name="Google Shape;9501;p61"/>
          <p:cNvGrpSpPr/>
          <p:nvPr/>
        </p:nvGrpSpPr>
        <p:grpSpPr>
          <a:xfrm>
            <a:off x="854261" y="2734563"/>
            <a:ext cx="377474" cy="335748"/>
            <a:chOff x="854261" y="2908813"/>
            <a:chExt cx="377474" cy="335748"/>
          </a:xfrm>
        </p:grpSpPr>
        <p:sp>
          <p:nvSpPr>
            <p:cNvPr id="9502" name="Google Shape;9502;p61"/>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1"/>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1"/>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1"/>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1"/>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7" name="Google Shape;9507;p61"/>
          <p:cNvGrpSpPr/>
          <p:nvPr/>
        </p:nvGrpSpPr>
        <p:grpSpPr>
          <a:xfrm>
            <a:off x="1749728" y="2720527"/>
            <a:ext cx="386927" cy="363438"/>
            <a:chOff x="1749728" y="2894777"/>
            <a:chExt cx="386927" cy="363438"/>
          </a:xfrm>
        </p:grpSpPr>
        <p:sp>
          <p:nvSpPr>
            <p:cNvPr id="9508" name="Google Shape;9508;p61"/>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1"/>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1"/>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1"/>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1"/>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1"/>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1"/>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61"/>
          <p:cNvGrpSpPr/>
          <p:nvPr/>
        </p:nvGrpSpPr>
        <p:grpSpPr>
          <a:xfrm>
            <a:off x="7098912" y="1795142"/>
            <a:ext cx="359651" cy="361560"/>
            <a:chOff x="7098912" y="1969392"/>
            <a:chExt cx="359651" cy="361560"/>
          </a:xfrm>
        </p:grpSpPr>
        <p:sp>
          <p:nvSpPr>
            <p:cNvPr id="9516" name="Google Shape;9516;p61"/>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1"/>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1"/>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1"/>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1"/>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1"/>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1"/>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1"/>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1"/>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61"/>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1"/>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1"/>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1"/>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29" name="Google Shape;9529;p61"/>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30" name="Google Shape;9530;p61"/>
          <p:cNvGrpSpPr/>
          <p:nvPr/>
        </p:nvGrpSpPr>
        <p:grpSpPr>
          <a:xfrm>
            <a:off x="5352728" y="1815989"/>
            <a:ext cx="327091" cy="322508"/>
            <a:chOff x="5352728" y="1990239"/>
            <a:chExt cx="327091" cy="322508"/>
          </a:xfrm>
        </p:grpSpPr>
        <p:sp>
          <p:nvSpPr>
            <p:cNvPr id="9531" name="Google Shape;9531;p61"/>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1"/>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1"/>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61"/>
          <p:cNvGrpSpPr/>
          <p:nvPr/>
        </p:nvGrpSpPr>
        <p:grpSpPr>
          <a:xfrm>
            <a:off x="7538896" y="1795906"/>
            <a:ext cx="361147" cy="361529"/>
            <a:chOff x="7538896" y="1970156"/>
            <a:chExt cx="361147" cy="361529"/>
          </a:xfrm>
        </p:grpSpPr>
        <p:sp>
          <p:nvSpPr>
            <p:cNvPr id="9535" name="Google Shape;9535;p61"/>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1"/>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1"/>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1"/>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1"/>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1"/>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1" name="Google Shape;9541;p61"/>
          <p:cNvGrpSpPr/>
          <p:nvPr/>
        </p:nvGrpSpPr>
        <p:grpSpPr>
          <a:xfrm>
            <a:off x="4896099" y="1796670"/>
            <a:ext cx="358155" cy="358123"/>
            <a:chOff x="4896099" y="1970920"/>
            <a:chExt cx="358155" cy="358123"/>
          </a:xfrm>
        </p:grpSpPr>
        <p:sp>
          <p:nvSpPr>
            <p:cNvPr id="9542" name="Google Shape;9542;p61"/>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1"/>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1"/>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5" name="Google Shape;9545;p61"/>
          <p:cNvGrpSpPr/>
          <p:nvPr/>
        </p:nvGrpSpPr>
        <p:grpSpPr>
          <a:xfrm>
            <a:off x="4048787" y="2802769"/>
            <a:ext cx="283488" cy="198604"/>
            <a:chOff x="4048787" y="2977019"/>
            <a:chExt cx="283488" cy="198604"/>
          </a:xfrm>
        </p:grpSpPr>
        <p:sp>
          <p:nvSpPr>
            <p:cNvPr id="9546" name="Google Shape;9546;p61"/>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1"/>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1"/>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1"/>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1"/>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1"/>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2" name="Google Shape;9552;p61"/>
          <p:cNvGrpSpPr/>
          <p:nvPr/>
        </p:nvGrpSpPr>
        <p:grpSpPr>
          <a:xfrm>
            <a:off x="4054103" y="2255941"/>
            <a:ext cx="218687" cy="349052"/>
            <a:chOff x="4054103" y="2430191"/>
            <a:chExt cx="218687" cy="349052"/>
          </a:xfrm>
        </p:grpSpPr>
        <p:sp>
          <p:nvSpPr>
            <p:cNvPr id="9553" name="Google Shape;9553;p61"/>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1"/>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5" name="Google Shape;9555;p61"/>
          <p:cNvGrpSpPr/>
          <p:nvPr/>
        </p:nvGrpSpPr>
        <p:grpSpPr>
          <a:xfrm>
            <a:off x="2185128" y="2253299"/>
            <a:ext cx="382758" cy="356595"/>
            <a:chOff x="2185128" y="2427549"/>
            <a:chExt cx="382758" cy="356595"/>
          </a:xfrm>
        </p:grpSpPr>
        <p:sp>
          <p:nvSpPr>
            <p:cNvPr id="9556" name="Google Shape;9556;p61"/>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1"/>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1"/>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1"/>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0" name="Google Shape;9560;p61"/>
          <p:cNvGrpSpPr/>
          <p:nvPr/>
        </p:nvGrpSpPr>
        <p:grpSpPr>
          <a:xfrm>
            <a:off x="2656907" y="2265043"/>
            <a:ext cx="332757" cy="332343"/>
            <a:chOff x="2656907" y="2439293"/>
            <a:chExt cx="332757" cy="332343"/>
          </a:xfrm>
        </p:grpSpPr>
        <p:sp>
          <p:nvSpPr>
            <p:cNvPr id="9561" name="Google Shape;9561;p61"/>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1"/>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1"/>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1"/>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1"/>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1"/>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61"/>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8" name="Google Shape;9568;p61"/>
          <p:cNvGrpSpPr/>
          <p:nvPr/>
        </p:nvGrpSpPr>
        <p:grpSpPr>
          <a:xfrm>
            <a:off x="1731523" y="2248366"/>
            <a:ext cx="399435" cy="365698"/>
            <a:chOff x="1731523" y="2422616"/>
            <a:chExt cx="399435" cy="365698"/>
          </a:xfrm>
        </p:grpSpPr>
        <p:sp>
          <p:nvSpPr>
            <p:cNvPr id="9569" name="Google Shape;9569;p61"/>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1"/>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1"/>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2" name="Google Shape;9572;p61"/>
          <p:cNvGrpSpPr/>
          <p:nvPr/>
        </p:nvGrpSpPr>
        <p:grpSpPr>
          <a:xfrm>
            <a:off x="3097241" y="2259314"/>
            <a:ext cx="344883" cy="343387"/>
            <a:chOff x="3097241" y="2433564"/>
            <a:chExt cx="344883" cy="343387"/>
          </a:xfrm>
        </p:grpSpPr>
        <p:sp>
          <p:nvSpPr>
            <p:cNvPr id="9573" name="Google Shape;9573;p61"/>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1"/>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1"/>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1"/>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1"/>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61"/>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1"/>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1"/>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1"/>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2" name="Google Shape;9582;p61"/>
          <p:cNvGrpSpPr/>
          <p:nvPr/>
        </p:nvGrpSpPr>
        <p:grpSpPr>
          <a:xfrm>
            <a:off x="1278299" y="2265043"/>
            <a:ext cx="410829" cy="332343"/>
            <a:chOff x="1278299" y="2439293"/>
            <a:chExt cx="410829" cy="332343"/>
          </a:xfrm>
        </p:grpSpPr>
        <p:sp>
          <p:nvSpPr>
            <p:cNvPr id="9583" name="Google Shape;9583;p61"/>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61"/>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1"/>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1"/>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1"/>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1"/>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1"/>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1"/>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1" name="Google Shape;9591;p61"/>
          <p:cNvGrpSpPr/>
          <p:nvPr/>
        </p:nvGrpSpPr>
        <p:grpSpPr>
          <a:xfrm>
            <a:off x="2661459" y="1840751"/>
            <a:ext cx="322508" cy="273494"/>
            <a:chOff x="2661459" y="2015001"/>
            <a:chExt cx="322508" cy="273494"/>
          </a:xfrm>
        </p:grpSpPr>
        <p:sp>
          <p:nvSpPr>
            <p:cNvPr id="9592" name="Google Shape;9592;p61"/>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1"/>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4" name="Google Shape;9594;p61"/>
          <p:cNvGrpSpPr/>
          <p:nvPr/>
        </p:nvGrpSpPr>
        <p:grpSpPr>
          <a:xfrm>
            <a:off x="870939" y="2265043"/>
            <a:ext cx="331993" cy="331993"/>
            <a:chOff x="870939" y="2439293"/>
            <a:chExt cx="331993" cy="331993"/>
          </a:xfrm>
        </p:grpSpPr>
        <p:sp>
          <p:nvSpPr>
            <p:cNvPr id="9595" name="Google Shape;9595;p61"/>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1"/>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1"/>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1"/>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1"/>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1"/>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1"/>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1"/>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1"/>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1"/>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1"/>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1"/>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1"/>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1"/>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1"/>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1"/>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1" name="Google Shape;9611;p61"/>
          <p:cNvGrpSpPr/>
          <p:nvPr/>
        </p:nvGrpSpPr>
        <p:grpSpPr>
          <a:xfrm>
            <a:off x="6644957" y="2282103"/>
            <a:ext cx="371395" cy="278904"/>
            <a:chOff x="6644957" y="2456353"/>
            <a:chExt cx="371395" cy="278904"/>
          </a:xfrm>
        </p:grpSpPr>
        <p:sp>
          <p:nvSpPr>
            <p:cNvPr id="9612" name="Google Shape;9612;p61"/>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1"/>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1"/>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1"/>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1"/>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7" name="Google Shape;9617;p61"/>
          <p:cNvGrpSpPr/>
          <p:nvPr/>
        </p:nvGrpSpPr>
        <p:grpSpPr>
          <a:xfrm>
            <a:off x="5388757" y="2240409"/>
            <a:ext cx="260349" cy="362292"/>
            <a:chOff x="5388757" y="2414659"/>
            <a:chExt cx="260349" cy="362292"/>
          </a:xfrm>
        </p:grpSpPr>
        <p:sp>
          <p:nvSpPr>
            <p:cNvPr id="9618" name="Google Shape;9618;p61"/>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1"/>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1"/>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61"/>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61"/>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1"/>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1"/>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1"/>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1"/>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1"/>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1"/>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1"/>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1"/>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1"/>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1"/>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1"/>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1"/>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1"/>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1"/>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1"/>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8" name="Google Shape;9638;p61"/>
          <p:cNvGrpSpPr/>
          <p:nvPr/>
        </p:nvGrpSpPr>
        <p:grpSpPr>
          <a:xfrm>
            <a:off x="3567142" y="2731507"/>
            <a:ext cx="348288" cy="340331"/>
            <a:chOff x="3567142" y="2905757"/>
            <a:chExt cx="348288" cy="340331"/>
          </a:xfrm>
        </p:grpSpPr>
        <p:sp>
          <p:nvSpPr>
            <p:cNvPr id="9639" name="Google Shape;9639;p61"/>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1"/>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1"/>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1"/>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1"/>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4" name="Google Shape;9644;p61"/>
          <p:cNvGrpSpPr/>
          <p:nvPr/>
        </p:nvGrpSpPr>
        <p:grpSpPr>
          <a:xfrm>
            <a:off x="870939" y="1801571"/>
            <a:ext cx="332375" cy="350071"/>
            <a:chOff x="870939" y="1975821"/>
            <a:chExt cx="332375" cy="350071"/>
          </a:xfrm>
        </p:grpSpPr>
        <p:sp>
          <p:nvSpPr>
            <p:cNvPr id="9645" name="Google Shape;9645;p61"/>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1"/>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1"/>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1"/>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9" name="Google Shape;9649;p61"/>
          <p:cNvGrpSpPr/>
          <p:nvPr/>
        </p:nvGrpSpPr>
        <p:grpSpPr>
          <a:xfrm>
            <a:off x="7967103" y="2240791"/>
            <a:ext cx="355863" cy="361911"/>
            <a:chOff x="7967103" y="2415041"/>
            <a:chExt cx="355863" cy="361911"/>
          </a:xfrm>
        </p:grpSpPr>
        <p:sp>
          <p:nvSpPr>
            <p:cNvPr id="9650" name="Google Shape;9650;p61"/>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1"/>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1"/>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1"/>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1"/>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1"/>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1"/>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1"/>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1"/>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1"/>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1"/>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1" name="Google Shape;9661;p61"/>
          <p:cNvGrpSpPr/>
          <p:nvPr/>
        </p:nvGrpSpPr>
        <p:grpSpPr>
          <a:xfrm>
            <a:off x="7529411" y="2240409"/>
            <a:ext cx="355863" cy="362292"/>
            <a:chOff x="7529411" y="2414659"/>
            <a:chExt cx="355863" cy="362292"/>
          </a:xfrm>
        </p:grpSpPr>
        <p:sp>
          <p:nvSpPr>
            <p:cNvPr id="9662" name="Google Shape;9662;p61"/>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1"/>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1"/>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1"/>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1"/>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1"/>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1"/>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1"/>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1"/>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1"/>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1"/>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1"/>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4" name="Google Shape;9674;p61"/>
          <p:cNvGrpSpPr/>
          <p:nvPr/>
        </p:nvGrpSpPr>
        <p:grpSpPr>
          <a:xfrm>
            <a:off x="5733194" y="2257468"/>
            <a:ext cx="446826" cy="327059"/>
            <a:chOff x="5733194" y="2431718"/>
            <a:chExt cx="446826" cy="327059"/>
          </a:xfrm>
        </p:grpSpPr>
        <p:sp>
          <p:nvSpPr>
            <p:cNvPr id="9675" name="Google Shape;9675;p61"/>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1"/>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1"/>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8" name="Google Shape;9678;p61"/>
          <p:cNvGrpSpPr/>
          <p:nvPr/>
        </p:nvGrpSpPr>
        <p:grpSpPr>
          <a:xfrm>
            <a:off x="4876780" y="2243814"/>
            <a:ext cx="407774" cy="356627"/>
            <a:chOff x="4876780" y="2418064"/>
            <a:chExt cx="407774" cy="356627"/>
          </a:xfrm>
        </p:grpSpPr>
        <p:sp>
          <p:nvSpPr>
            <p:cNvPr id="9679" name="Google Shape;9679;p61"/>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1"/>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1"/>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1"/>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1"/>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1"/>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1"/>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1"/>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7" name="Google Shape;9687;p61"/>
          <p:cNvGrpSpPr/>
          <p:nvPr/>
        </p:nvGrpSpPr>
        <p:grpSpPr>
          <a:xfrm>
            <a:off x="7070872" y="2236621"/>
            <a:ext cx="398321" cy="371013"/>
            <a:chOff x="7070872" y="2410871"/>
            <a:chExt cx="398321" cy="371013"/>
          </a:xfrm>
        </p:grpSpPr>
        <p:sp>
          <p:nvSpPr>
            <p:cNvPr id="9688" name="Google Shape;9688;p61"/>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1"/>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1"/>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1"/>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92" name="Google Shape;9692;p61"/>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93" name="Google Shape;9693;p61"/>
          <p:cNvGrpSpPr/>
          <p:nvPr/>
        </p:nvGrpSpPr>
        <p:grpSpPr>
          <a:xfrm>
            <a:off x="5318259" y="2807861"/>
            <a:ext cx="371013" cy="220787"/>
            <a:chOff x="5318259" y="2982111"/>
            <a:chExt cx="371013" cy="220787"/>
          </a:xfrm>
        </p:grpSpPr>
        <p:sp>
          <p:nvSpPr>
            <p:cNvPr id="9694" name="Google Shape;9694;p61"/>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1"/>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1"/>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1"/>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1"/>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1"/>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1"/>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1"/>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2" name="Google Shape;9702;p61"/>
          <p:cNvGrpSpPr/>
          <p:nvPr/>
        </p:nvGrpSpPr>
        <p:grpSpPr>
          <a:xfrm>
            <a:off x="7073928" y="2731507"/>
            <a:ext cx="371395" cy="371809"/>
            <a:chOff x="7073928" y="2905757"/>
            <a:chExt cx="371395" cy="371809"/>
          </a:xfrm>
        </p:grpSpPr>
        <p:sp>
          <p:nvSpPr>
            <p:cNvPr id="9703" name="Google Shape;9703;p61"/>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1"/>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1"/>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6" name="Google Shape;9706;p61"/>
          <p:cNvGrpSpPr/>
          <p:nvPr/>
        </p:nvGrpSpPr>
        <p:grpSpPr>
          <a:xfrm>
            <a:off x="6188327" y="2781158"/>
            <a:ext cx="371395" cy="272857"/>
            <a:chOff x="6188327" y="2955408"/>
            <a:chExt cx="371395" cy="272857"/>
          </a:xfrm>
        </p:grpSpPr>
        <p:sp>
          <p:nvSpPr>
            <p:cNvPr id="9707" name="Google Shape;9707;p61"/>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1"/>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9" name="Google Shape;9709;p61"/>
          <p:cNvGrpSpPr/>
          <p:nvPr/>
        </p:nvGrpSpPr>
        <p:grpSpPr>
          <a:xfrm>
            <a:off x="7521454" y="2731889"/>
            <a:ext cx="359651" cy="371013"/>
            <a:chOff x="7521454" y="2906139"/>
            <a:chExt cx="359651" cy="371013"/>
          </a:xfrm>
        </p:grpSpPr>
        <p:sp>
          <p:nvSpPr>
            <p:cNvPr id="9710" name="Google Shape;9710;p61"/>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1"/>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1"/>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1"/>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1"/>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5" name="Google Shape;9715;p61"/>
          <p:cNvGrpSpPr/>
          <p:nvPr/>
        </p:nvGrpSpPr>
        <p:grpSpPr>
          <a:xfrm>
            <a:off x="5782845" y="2732271"/>
            <a:ext cx="301661" cy="371013"/>
            <a:chOff x="5782845" y="2906521"/>
            <a:chExt cx="301661" cy="371013"/>
          </a:xfrm>
        </p:grpSpPr>
        <p:sp>
          <p:nvSpPr>
            <p:cNvPr id="9716" name="Google Shape;9716;p61"/>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1"/>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1"/>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9" name="Google Shape;9719;p61"/>
          <p:cNvGrpSpPr/>
          <p:nvPr/>
        </p:nvGrpSpPr>
        <p:grpSpPr>
          <a:xfrm>
            <a:off x="3539102" y="2253299"/>
            <a:ext cx="355099" cy="355481"/>
            <a:chOff x="3539102" y="2427549"/>
            <a:chExt cx="355099" cy="355481"/>
          </a:xfrm>
        </p:grpSpPr>
        <p:sp>
          <p:nvSpPr>
            <p:cNvPr id="9720" name="Google Shape;9720;p61"/>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1"/>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2" name="Google Shape;9722;p61"/>
          <p:cNvGrpSpPr/>
          <p:nvPr/>
        </p:nvGrpSpPr>
        <p:grpSpPr>
          <a:xfrm>
            <a:off x="6630539" y="2743252"/>
            <a:ext cx="371777" cy="349434"/>
            <a:chOff x="6630539" y="2917502"/>
            <a:chExt cx="371777" cy="349434"/>
          </a:xfrm>
        </p:grpSpPr>
        <p:sp>
          <p:nvSpPr>
            <p:cNvPr id="9723" name="Google Shape;9723;p61"/>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1"/>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1"/>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1"/>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1"/>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1"/>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1"/>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0" name="Google Shape;9730;p61"/>
          <p:cNvGrpSpPr/>
          <p:nvPr/>
        </p:nvGrpSpPr>
        <p:grpSpPr>
          <a:xfrm>
            <a:off x="2171474" y="3194979"/>
            <a:ext cx="408156" cy="343737"/>
            <a:chOff x="2171474" y="3369229"/>
            <a:chExt cx="408156" cy="343737"/>
          </a:xfrm>
        </p:grpSpPr>
        <p:sp>
          <p:nvSpPr>
            <p:cNvPr id="9731" name="Google Shape;9731;p61"/>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1"/>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1"/>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1"/>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5" name="Google Shape;9735;p61"/>
          <p:cNvGrpSpPr/>
          <p:nvPr/>
        </p:nvGrpSpPr>
        <p:grpSpPr>
          <a:xfrm>
            <a:off x="4891198" y="2750858"/>
            <a:ext cx="334634" cy="334634"/>
            <a:chOff x="4891198" y="2925108"/>
            <a:chExt cx="334634" cy="334634"/>
          </a:xfrm>
        </p:grpSpPr>
        <p:sp>
          <p:nvSpPr>
            <p:cNvPr id="9736" name="Google Shape;9736;p61"/>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61"/>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1"/>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1"/>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1"/>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1"/>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1"/>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1"/>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4" name="Google Shape;9744;p61"/>
          <p:cNvGrpSpPr/>
          <p:nvPr/>
        </p:nvGrpSpPr>
        <p:grpSpPr>
          <a:xfrm>
            <a:off x="7976174" y="2750858"/>
            <a:ext cx="334666" cy="334634"/>
            <a:chOff x="7976174" y="2925108"/>
            <a:chExt cx="334666" cy="334634"/>
          </a:xfrm>
        </p:grpSpPr>
        <p:sp>
          <p:nvSpPr>
            <p:cNvPr id="9745" name="Google Shape;9745;p61"/>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1"/>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1"/>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1"/>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1"/>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1"/>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1"/>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1"/>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1"/>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4" name="Google Shape;9754;p61"/>
          <p:cNvGrpSpPr/>
          <p:nvPr/>
        </p:nvGrpSpPr>
        <p:grpSpPr>
          <a:xfrm>
            <a:off x="3091957" y="3199881"/>
            <a:ext cx="354717" cy="332757"/>
            <a:chOff x="3091957" y="3374131"/>
            <a:chExt cx="354717" cy="332757"/>
          </a:xfrm>
        </p:grpSpPr>
        <p:sp>
          <p:nvSpPr>
            <p:cNvPr id="9755" name="Google Shape;9755;p61"/>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1"/>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1"/>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1"/>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1"/>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1"/>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1" name="Google Shape;9761;p61"/>
          <p:cNvGrpSpPr/>
          <p:nvPr/>
        </p:nvGrpSpPr>
        <p:grpSpPr>
          <a:xfrm>
            <a:off x="3988156" y="3205960"/>
            <a:ext cx="353954" cy="318880"/>
            <a:chOff x="3988156" y="3380210"/>
            <a:chExt cx="353954" cy="318880"/>
          </a:xfrm>
        </p:grpSpPr>
        <p:sp>
          <p:nvSpPr>
            <p:cNvPr id="9762" name="Google Shape;9762;p61"/>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1"/>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1"/>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1"/>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1"/>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7" name="Google Shape;9767;p61"/>
          <p:cNvGrpSpPr/>
          <p:nvPr/>
        </p:nvGrpSpPr>
        <p:grpSpPr>
          <a:xfrm>
            <a:off x="3541011" y="3193070"/>
            <a:ext cx="348257" cy="346188"/>
            <a:chOff x="3541011" y="3367320"/>
            <a:chExt cx="348257" cy="346188"/>
          </a:xfrm>
        </p:grpSpPr>
        <p:sp>
          <p:nvSpPr>
            <p:cNvPr id="9768" name="Google Shape;9768;p61"/>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61"/>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1"/>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1"/>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2" name="Google Shape;9772;p61"/>
          <p:cNvGrpSpPr/>
          <p:nvPr/>
        </p:nvGrpSpPr>
        <p:grpSpPr>
          <a:xfrm>
            <a:off x="1314678" y="3183967"/>
            <a:ext cx="334666" cy="365348"/>
            <a:chOff x="1314678" y="3358217"/>
            <a:chExt cx="334666" cy="365348"/>
          </a:xfrm>
        </p:grpSpPr>
        <p:sp>
          <p:nvSpPr>
            <p:cNvPr id="9773" name="Google Shape;9773;p61"/>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1"/>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1"/>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1"/>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1"/>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8" name="Google Shape;9778;p61"/>
          <p:cNvGrpSpPr/>
          <p:nvPr/>
        </p:nvGrpSpPr>
        <p:grpSpPr>
          <a:xfrm>
            <a:off x="1748582" y="3198385"/>
            <a:ext cx="359269" cy="335780"/>
            <a:chOff x="1748582" y="3372635"/>
            <a:chExt cx="359269" cy="335780"/>
          </a:xfrm>
        </p:grpSpPr>
        <p:sp>
          <p:nvSpPr>
            <p:cNvPr id="9779" name="Google Shape;9779;p61"/>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80" name="Google Shape;9780;p61"/>
            <p:cNvGrpSpPr/>
            <p:nvPr/>
          </p:nvGrpSpPr>
          <p:grpSpPr>
            <a:xfrm>
              <a:off x="1748582" y="3372635"/>
              <a:ext cx="333520" cy="335780"/>
              <a:chOff x="1748582" y="3372635"/>
              <a:chExt cx="333520" cy="335780"/>
            </a:xfrm>
          </p:grpSpPr>
          <p:sp>
            <p:nvSpPr>
              <p:cNvPr id="9781" name="Google Shape;9781;p61"/>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1"/>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1"/>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84" name="Google Shape;9784;p61"/>
          <p:cNvGrpSpPr/>
          <p:nvPr/>
        </p:nvGrpSpPr>
        <p:grpSpPr>
          <a:xfrm>
            <a:off x="2640993" y="3183585"/>
            <a:ext cx="365348" cy="364966"/>
            <a:chOff x="2640993" y="3357835"/>
            <a:chExt cx="365348" cy="364966"/>
          </a:xfrm>
        </p:grpSpPr>
        <p:sp>
          <p:nvSpPr>
            <p:cNvPr id="9785" name="Google Shape;9785;p61"/>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1"/>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1"/>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1"/>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1"/>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1"/>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1"/>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1"/>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1"/>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1"/>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5" name="Google Shape;9795;p61"/>
          <p:cNvGrpSpPr/>
          <p:nvPr/>
        </p:nvGrpSpPr>
        <p:grpSpPr>
          <a:xfrm>
            <a:off x="4886264" y="3191924"/>
            <a:ext cx="350548" cy="350198"/>
            <a:chOff x="4886264" y="3366174"/>
            <a:chExt cx="350548" cy="350198"/>
          </a:xfrm>
        </p:grpSpPr>
        <p:sp>
          <p:nvSpPr>
            <p:cNvPr id="9796" name="Google Shape;9796;p61"/>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1"/>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1"/>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1"/>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1"/>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1"/>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1"/>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1"/>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1"/>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1"/>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1"/>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1"/>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1"/>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9" name="Google Shape;9809;p61"/>
          <p:cNvGrpSpPr/>
          <p:nvPr/>
        </p:nvGrpSpPr>
        <p:grpSpPr>
          <a:xfrm>
            <a:off x="5331913" y="3239697"/>
            <a:ext cx="347143" cy="254684"/>
            <a:chOff x="5331913" y="3413947"/>
            <a:chExt cx="347143" cy="254684"/>
          </a:xfrm>
        </p:grpSpPr>
        <p:sp>
          <p:nvSpPr>
            <p:cNvPr id="9810" name="Google Shape;9810;p61"/>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1"/>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1"/>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1"/>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1"/>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1"/>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6" name="Google Shape;9816;p61"/>
          <p:cNvGrpSpPr/>
          <p:nvPr/>
        </p:nvGrpSpPr>
        <p:grpSpPr>
          <a:xfrm>
            <a:off x="5776798" y="3235528"/>
            <a:ext cx="346379" cy="264518"/>
            <a:chOff x="5776798" y="3409778"/>
            <a:chExt cx="346379" cy="264518"/>
          </a:xfrm>
        </p:grpSpPr>
        <p:sp>
          <p:nvSpPr>
            <p:cNvPr id="9817" name="Google Shape;9817;p61"/>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1"/>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1"/>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1"/>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1"/>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1"/>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3" name="Google Shape;9823;p61"/>
          <p:cNvGrpSpPr/>
          <p:nvPr/>
        </p:nvGrpSpPr>
        <p:grpSpPr>
          <a:xfrm>
            <a:off x="7108015" y="3222255"/>
            <a:ext cx="344883" cy="290299"/>
            <a:chOff x="7108015" y="3396505"/>
            <a:chExt cx="344883" cy="290299"/>
          </a:xfrm>
        </p:grpSpPr>
        <p:sp>
          <p:nvSpPr>
            <p:cNvPr id="9824" name="Google Shape;9824;p61"/>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1"/>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1"/>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1"/>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8" name="Google Shape;9828;p61"/>
          <p:cNvGrpSpPr/>
          <p:nvPr/>
        </p:nvGrpSpPr>
        <p:grpSpPr>
          <a:xfrm>
            <a:off x="7551754" y="3216558"/>
            <a:ext cx="344883" cy="301311"/>
            <a:chOff x="7551754" y="3390808"/>
            <a:chExt cx="344883" cy="301311"/>
          </a:xfrm>
        </p:grpSpPr>
        <p:sp>
          <p:nvSpPr>
            <p:cNvPr id="9829" name="Google Shape;9829;p61"/>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1"/>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1"/>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1"/>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1"/>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1"/>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1"/>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1"/>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1"/>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1"/>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1"/>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0" name="Google Shape;9840;p61"/>
          <p:cNvGrpSpPr/>
          <p:nvPr/>
        </p:nvGrpSpPr>
        <p:grpSpPr>
          <a:xfrm>
            <a:off x="6707084" y="3213153"/>
            <a:ext cx="261145" cy="308504"/>
            <a:chOff x="6707084" y="3387403"/>
            <a:chExt cx="261145" cy="308504"/>
          </a:xfrm>
        </p:grpSpPr>
        <p:sp>
          <p:nvSpPr>
            <p:cNvPr id="9841" name="Google Shape;9841;p61"/>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1"/>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1"/>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1"/>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5" name="Google Shape;9845;p61"/>
          <p:cNvGrpSpPr/>
          <p:nvPr/>
        </p:nvGrpSpPr>
        <p:grpSpPr>
          <a:xfrm>
            <a:off x="848978" y="4123387"/>
            <a:ext cx="377824" cy="324418"/>
            <a:chOff x="848978" y="4297637"/>
            <a:chExt cx="377824" cy="324418"/>
          </a:xfrm>
        </p:grpSpPr>
        <p:sp>
          <p:nvSpPr>
            <p:cNvPr id="9846" name="Google Shape;9846;p61"/>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1"/>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8" name="Google Shape;9848;p61"/>
          <p:cNvGrpSpPr/>
          <p:nvPr/>
        </p:nvGrpSpPr>
        <p:grpSpPr>
          <a:xfrm>
            <a:off x="1754279" y="4112343"/>
            <a:ext cx="351439" cy="345965"/>
            <a:chOff x="1754279" y="4286593"/>
            <a:chExt cx="351439" cy="345965"/>
          </a:xfrm>
        </p:grpSpPr>
        <p:sp>
          <p:nvSpPr>
            <p:cNvPr id="9849" name="Google Shape;9849;p61"/>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1"/>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1"/>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61"/>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61"/>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4" name="Google Shape;9854;p61"/>
          <p:cNvGrpSpPr/>
          <p:nvPr/>
        </p:nvGrpSpPr>
        <p:grpSpPr>
          <a:xfrm>
            <a:off x="3996113" y="4116926"/>
            <a:ext cx="336512" cy="335048"/>
            <a:chOff x="3996113" y="4291176"/>
            <a:chExt cx="336512" cy="335048"/>
          </a:xfrm>
        </p:grpSpPr>
        <p:sp>
          <p:nvSpPr>
            <p:cNvPr id="9855" name="Google Shape;9855;p61"/>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1"/>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1"/>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58" name="Google Shape;9858;p61"/>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59" name="Google Shape;9859;p61"/>
          <p:cNvGrpSpPr/>
          <p:nvPr/>
        </p:nvGrpSpPr>
        <p:grpSpPr>
          <a:xfrm>
            <a:off x="2179081" y="4111261"/>
            <a:ext cx="397525" cy="348670"/>
            <a:chOff x="2179081" y="4285511"/>
            <a:chExt cx="397525" cy="348670"/>
          </a:xfrm>
        </p:grpSpPr>
        <p:sp>
          <p:nvSpPr>
            <p:cNvPr id="9860" name="Google Shape;9860;p61"/>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1"/>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61"/>
          <p:cNvGrpSpPr/>
          <p:nvPr/>
        </p:nvGrpSpPr>
        <p:grpSpPr>
          <a:xfrm>
            <a:off x="3584201" y="4120746"/>
            <a:ext cx="267574" cy="329415"/>
            <a:chOff x="3584201" y="4294996"/>
            <a:chExt cx="267574" cy="329415"/>
          </a:xfrm>
        </p:grpSpPr>
        <p:sp>
          <p:nvSpPr>
            <p:cNvPr id="9863" name="Google Shape;9863;p61"/>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1"/>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1"/>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1"/>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7" name="Google Shape;9867;p61"/>
          <p:cNvGrpSpPr/>
          <p:nvPr/>
        </p:nvGrpSpPr>
        <p:grpSpPr>
          <a:xfrm>
            <a:off x="3082855" y="4121478"/>
            <a:ext cx="375946" cy="327823"/>
            <a:chOff x="3082855" y="4295728"/>
            <a:chExt cx="375946" cy="327823"/>
          </a:xfrm>
        </p:grpSpPr>
        <p:sp>
          <p:nvSpPr>
            <p:cNvPr id="9868" name="Google Shape;9868;p61"/>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61"/>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1"/>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1"/>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1"/>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1"/>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1"/>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1"/>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1"/>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1"/>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1"/>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9" name="Google Shape;9879;p61"/>
          <p:cNvGrpSpPr/>
          <p:nvPr/>
        </p:nvGrpSpPr>
        <p:grpSpPr>
          <a:xfrm>
            <a:off x="2749016" y="4116926"/>
            <a:ext cx="150831" cy="336926"/>
            <a:chOff x="2749016" y="4291176"/>
            <a:chExt cx="150831" cy="336926"/>
          </a:xfrm>
        </p:grpSpPr>
        <p:sp>
          <p:nvSpPr>
            <p:cNvPr id="9880" name="Google Shape;9880;p61"/>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1"/>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1"/>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1"/>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4" name="Google Shape;9884;p61"/>
          <p:cNvGrpSpPr/>
          <p:nvPr/>
        </p:nvGrpSpPr>
        <p:grpSpPr>
          <a:xfrm>
            <a:off x="7127716" y="4105182"/>
            <a:ext cx="248254" cy="361942"/>
            <a:chOff x="7127716" y="4279432"/>
            <a:chExt cx="248254" cy="361942"/>
          </a:xfrm>
        </p:grpSpPr>
        <p:sp>
          <p:nvSpPr>
            <p:cNvPr id="9885" name="Google Shape;9885;p61"/>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1"/>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1"/>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1"/>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1"/>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1"/>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1"/>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1"/>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61"/>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4" name="Google Shape;9894;p61"/>
          <p:cNvGrpSpPr/>
          <p:nvPr/>
        </p:nvGrpSpPr>
        <p:grpSpPr>
          <a:xfrm>
            <a:off x="7565408" y="4105182"/>
            <a:ext cx="248255" cy="361942"/>
            <a:chOff x="7565408" y="4279432"/>
            <a:chExt cx="248255" cy="361942"/>
          </a:xfrm>
        </p:grpSpPr>
        <p:sp>
          <p:nvSpPr>
            <p:cNvPr id="9895" name="Google Shape;9895;p61"/>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1"/>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1"/>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1"/>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1"/>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1"/>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1"/>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1"/>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3" name="Google Shape;9903;p61"/>
          <p:cNvGrpSpPr/>
          <p:nvPr/>
        </p:nvGrpSpPr>
        <p:grpSpPr>
          <a:xfrm>
            <a:off x="6264109" y="4105182"/>
            <a:ext cx="225498" cy="361560"/>
            <a:chOff x="6264109" y="4279432"/>
            <a:chExt cx="225498" cy="361560"/>
          </a:xfrm>
        </p:grpSpPr>
        <p:sp>
          <p:nvSpPr>
            <p:cNvPr id="9904" name="Google Shape;9904;p61"/>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61"/>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6" name="Google Shape;9906;p61"/>
          <p:cNvGrpSpPr/>
          <p:nvPr/>
        </p:nvGrpSpPr>
        <p:grpSpPr>
          <a:xfrm>
            <a:off x="7929578" y="4110115"/>
            <a:ext cx="395266" cy="351312"/>
            <a:chOff x="7929578" y="4284365"/>
            <a:chExt cx="395266" cy="351312"/>
          </a:xfrm>
        </p:grpSpPr>
        <p:sp>
          <p:nvSpPr>
            <p:cNvPr id="9907" name="Google Shape;9907;p61"/>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1"/>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1"/>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1"/>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1" name="Google Shape;9911;p61"/>
          <p:cNvGrpSpPr/>
          <p:nvPr/>
        </p:nvGrpSpPr>
        <p:grpSpPr>
          <a:xfrm>
            <a:off x="6595502" y="4149527"/>
            <a:ext cx="426315" cy="332826"/>
            <a:chOff x="6639652" y="4323777"/>
            <a:chExt cx="426315" cy="332826"/>
          </a:xfrm>
        </p:grpSpPr>
        <p:sp>
          <p:nvSpPr>
            <p:cNvPr id="9912" name="Google Shape;9912;p61"/>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1"/>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1"/>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1"/>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1"/>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1"/>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1"/>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1"/>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1"/>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1"/>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2" name="Google Shape;9922;p61"/>
          <p:cNvGrpSpPr/>
          <p:nvPr/>
        </p:nvGrpSpPr>
        <p:grpSpPr>
          <a:xfrm>
            <a:off x="5357662" y="4123387"/>
            <a:ext cx="287275" cy="326296"/>
            <a:chOff x="5357662" y="4297637"/>
            <a:chExt cx="287275" cy="326296"/>
          </a:xfrm>
        </p:grpSpPr>
        <p:sp>
          <p:nvSpPr>
            <p:cNvPr id="9923" name="Google Shape;9923;p61"/>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1"/>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1"/>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1"/>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1"/>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8" name="Google Shape;9928;p61"/>
          <p:cNvGrpSpPr/>
          <p:nvPr/>
        </p:nvGrpSpPr>
        <p:grpSpPr>
          <a:xfrm>
            <a:off x="5774124" y="4120300"/>
            <a:ext cx="331611" cy="331674"/>
            <a:chOff x="5774124" y="4294550"/>
            <a:chExt cx="331611" cy="331674"/>
          </a:xfrm>
        </p:grpSpPr>
        <p:sp>
          <p:nvSpPr>
            <p:cNvPr id="9929" name="Google Shape;9929;p61"/>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1"/>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1" name="Google Shape;9931;p61"/>
          <p:cNvGrpSpPr/>
          <p:nvPr/>
        </p:nvGrpSpPr>
        <p:grpSpPr>
          <a:xfrm>
            <a:off x="4890434" y="4113139"/>
            <a:ext cx="345997" cy="346029"/>
            <a:chOff x="4890434" y="4287389"/>
            <a:chExt cx="345997" cy="346029"/>
          </a:xfrm>
        </p:grpSpPr>
        <p:sp>
          <p:nvSpPr>
            <p:cNvPr id="9932" name="Google Shape;9932;p61"/>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1"/>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1"/>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1"/>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1"/>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1"/>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1"/>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9" name="Google Shape;9939;p61"/>
          <p:cNvGrpSpPr/>
          <p:nvPr/>
        </p:nvGrpSpPr>
        <p:grpSpPr>
          <a:xfrm>
            <a:off x="2165809" y="3636809"/>
            <a:ext cx="422542" cy="342973"/>
            <a:chOff x="2165809" y="3811059"/>
            <a:chExt cx="422542" cy="342973"/>
          </a:xfrm>
        </p:grpSpPr>
        <p:sp>
          <p:nvSpPr>
            <p:cNvPr id="9940" name="Google Shape;9940;p61"/>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1"/>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1"/>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1"/>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1"/>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1"/>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1"/>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1"/>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1"/>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1"/>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1"/>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1"/>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1"/>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1"/>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1"/>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1"/>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1"/>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1"/>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58" name="Google Shape;9958;p61"/>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59" name="Google Shape;9959;p61"/>
          <p:cNvGrpSpPr/>
          <p:nvPr/>
        </p:nvGrpSpPr>
        <p:grpSpPr>
          <a:xfrm>
            <a:off x="903530" y="3631875"/>
            <a:ext cx="264550" cy="353222"/>
            <a:chOff x="903530" y="3806125"/>
            <a:chExt cx="264550" cy="353222"/>
          </a:xfrm>
        </p:grpSpPr>
        <p:sp>
          <p:nvSpPr>
            <p:cNvPr id="9960" name="Google Shape;9960;p61"/>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1"/>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61"/>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1"/>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4" name="Google Shape;9964;p61"/>
          <p:cNvGrpSpPr/>
          <p:nvPr/>
        </p:nvGrpSpPr>
        <p:grpSpPr>
          <a:xfrm>
            <a:off x="850092" y="3178684"/>
            <a:ext cx="369517" cy="375660"/>
            <a:chOff x="850092" y="3352934"/>
            <a:chExt cx="369517" cy="375660"/>
          </a:xfrm>
        </p:grpSpPr>
        <p:sp>
          <p:nvSpPr>
            <p:cNvPr id="9965" name="Google Shape;9965;p61"/>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61"/>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61"/>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1"/>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1"/>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0" name="Google Shape;9970;p61"/>
          <p:cNvGrpSpPr/>
          <p:nvPr/>
        </p:nvGrpSpPr>
        <p:grpSpPr>
          <a:xfrm>
            <a:off x="2611458" y="3642124"/>
            <a:ext cx="426329" cy="332375"/>
            <a:chOff x="2611458" y="3816374"/>
            <a:chExt cx="426329" cy="332375"/>
          </a:xfrm>
        </p:grpSpPr>
        <p:sp>
          <p:nvSpPr>
            <p:cNvPr id="9971" name="Google Shape;9971;p61"/>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1"/>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1"/>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1"/>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1"/>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1"/>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1"/>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1"/>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1"/>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1"/>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81" name="Google Shape;9981;p61"/>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2" name="Google Shape;9982;p61"/>
          <p:cNvGrpSpPr/>
          <p:nvPr/>
        </p:nvGrpSpPr>
        <p:grpSpPr>
          <a:xfrm>
            <a:off x="4019984" y="3631143"/>
            <a:ext cx="293704" cy="353954"/>
            <a:chOff x="4019984" y="3805393"/>
            <a:chExt cx="293704" cy="353954"/>
          </a:xfrm>
        </p:grpSpPr>
        <p:sp>
          <p:nvSpPr>
            <p:cNvPr id="9983" name="Google Shape;9983;p61"/>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1"/>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5" name="Google Shape;9985;p61"/>
          <p:cNvGrpSpPr/>
          <p:nvPr/>
        </p:nvGrpSpPr>
        <p:grpSpPr>
          <a:xfrm>
            <a:off x="8006505" y="3215794"/>
            <a:ext cx="323654" cy="303189"/>
            <a:chOff x="8006505" y="3390044"/>
            <a:chExt cx="323654" cy="303189"/>
          </a:xfrm>
        </p:grpSpPr>
        <p:sp>
          <p:nvSpPr>
            <p:cNvPr id="9986" name="Google Shape;9986;p61"/>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1"/>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1"/>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1"/>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1"/>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1"/>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2" name="Google Shape;9992;p61"/>
          <p:cNvGrpSpPr/>
          <p:nvPr/>
        </p:nvGrpSpPr>
        <p:grpSpPr>
          <a:xfrm>
            <a:off x="1299146" y="3632257"/>
            <a:ext cx="367990" cy="351312"/>
            <a:chOff x="1299146" y="3806507"/>
            <a:chExt cx="367990" cy="351312"/>
          </a:xfrm>
        </p:grpSpPr>
        <p:sp>
          <p:nvSpPr>
            <p:cNvPr id="9993" name="Google Shape;9993;p61"/>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61"/>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95" name="Google Shape;9995;p61"/>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96" name="Google Shape;9996;p61"/>
          <p:cNvGrpSpPr/>
          <p:nvPr/>
        </p:nvGrpSpPr>
        <p:grpSpPr>
          <a:xfrm>
            <a:off x="7550258" y="3658420"/>
            <a:ext cx="371395" cy="301279"/>
            <a:chOff x="7550258" y="3832670"/>
            <a:chExt cx="371395" cy="301279"/>
          </a:xfrm>
        </p:grpSpPr>
        <p:sp>
          <p:nvSpPr>
            <p:cNvPr id="9997" name="Google Shape;9997;p61"/>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1"/>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1"/>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61"/>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1"/>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1"/>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1"/>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1"/>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1"/>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1"/>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1"/>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1"/>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1"/>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1"/>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1"/>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1"/>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1"/>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1"/>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15" name="Google Shape;10015;p61"/>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6" name="Google Shape;10016;p61"/>
          <p:cNvGrpSpPr/>
          <p:nvPr/>
        </p:nvGrpSpPr>
        <p:grpSpPr>
          <a:xfrm>
            <a:off x="6659725" y="3633785"/>
            <a:ext cx="367608" cy="350548"/>
            <a:chOff x="6659725" y="3808035"/>
            <a:chExt cx="367608" cy="350548"/>
          </a:xfrm>
        </p:grpSpPr>
        <p:sp>
          <p:nvSpPr>
            <p:cNvPr id="10017" name="Google Shape;10017;p61"/>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1"/>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9" name="Google Shape;10019;p61"/>
          <p:cNvGrpSpPr/>
          <p:nvPr/>
        </p:nvGrpSpPr>
        <p:grpSpPr>
          <a:xfrm>
            <a:off x="6219391" y="3642506"/>
            <a:ext cx="356627" cy="334252"/>
            <a:chOff x="6219391" y="3816756"/>
            <a:chExt cx="356627" cy="334252"/>
          </a:xfrm>
        </p:grpSpPr>
        <p:sp>
          <p:nvSpPr>
            <p:cNvPr id="10020" name="Google Shape;10020;p61"/>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1"/>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1"/>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1"/>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1"/>
          <p:cNvGrpSpPr/>
          <p:nvPr/>
        </p:nvGrpSpPr>
        <p:grpSpPr>
          <a:xfrm>
            <a:off x="5778676" y="3652722"/>
            <a:ext cx="349052" cy="313055"/>
            <a:chOff x="5778676" y="3826972"/>
            <a:chExt cx="349052" cy="313055"/>
          </a:xfrm>
        </p:grpSpPr>
        <p:sp>
          <p:nvSpPr>
            <p:cNvPr id="10025" name="Google Shape;10025;p61"/>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1"/>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1"/>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1"/>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1"/>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0" name="Google Shape;10030;p61"/>
          <p:cNvGrpSpPr/>
          <p:nvPr/>
        </p:nvGrpSpPr>
        <p:grpSpPr>
          <a:xfrm>
            <a:off x="5355784" y="3660297"/>
            <a:ext cx="299019" cy="297905"/>
            <a:chOff x="5355784" y="3834547"/>
            <a:chExt cx="299019" cy="297905"/>
          </a:xfrm>
        </p:grpSpPr>
        <p:sp>
          <p:nvSpPr>
            <p:cNvPr id="10031" name="Google Shape;10031;p61"/>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1"/>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1"/>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1"/>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5" name="Google Shape;10035;p61"/>
          <p:cNvGrpSpPr/>
          <p:nvPr/>
        </p:nvGrpSpPr>
        <p:grpSpPr>
          <a:xfrm>
            <a:off x="8036455" y="3633021"/>
            <a:ext cx="292176" cy="353985"/>
            <a:chOff x="8036455" y="3807271"/>
            <a:chExt cx="292176" cy="353985"/>
          </a:xfrm>
        </p:grpSpPr>
        <p:sp>
          <p:nvSpPr>
            <p:cNvPr id="10036" name="Google Shape;10036;p61"/>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1"/>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8" name="Google Shape;10038;p61"/>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0039" name="Google Shape;10039;p61"/>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grpSp>
        <p:nvGrpSpPr>
          <p:cNvPr id="10040" name="Google Shape;10040;p61"/>
          <p:cNvGrpSpPr/>
          <p:nvPr/>
        </p:nvGrpSpPr>
        <p:grpSpPr>
          <a:xfrm>
            <a:off x="4874902" y="3634549"/>
            <a:ext cx="345615" cy="350835"/>
            <a:chOff x="4874902" y="3808799"/>
            <a:chExt cx="345615" cy="350835"/>
          </a:xfrm>
        </p:grpSpPr>
        <p:sp>
          <p:nvSpPr>
            <p:cNvPr id="10041" name="Google Shape;10041;p61"/>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1"/>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1"/>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61"/>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61"/>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1"/>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1"/>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1"/>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1"/>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1"/>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1"/>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1"/>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1"/>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1"/>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1"/>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1"/>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1"/>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8" name="Google Shape;10058;p61"/>
          <p:cNvGrpSpPr/>
          <p:nvPr/>
        </p:nvGrpSpPr>
        <p:grpSpPr>
          <a:xfrm>
            <a:off x="3095745" y="3631143"/>
            <a:ext cx="352840" cy="354717"/>
            <a:chOff x="3095745" y="3805393"/>
            <a:chExt cx="352840" cy="354717"/>
          </a:xfrm>
        </p:grpSpPr>
        <p:sp>
          <p:nvSpPr>
            <p:cNvPr id="10059" name="Google Shape;10059;p61"/>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1"/>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1"/>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61"/>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61"/>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1"/>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068"/>
        <p:cNvGrpSpPr/>
        <p:nvPr/>
      </p:nvGrpSpPr>
      <p:grpSpPr>
        <a:xfrm>
          <a:off x="0" y="0"/>
          <a:ext cx="0" cy="0"/>
          <a:chOff x="0" y="0"/>
          <a:chExt cx="0" cy="0"/>
        </a:xfrm>
      </p:grpSpPr>
      <p:grpSp>
        <p:nvGrpSpPr>
          <p:cNvPr id="10069" name="Google Shape;10069;p62"/>
          <p:cNvGrpSpPr/>
          <p:nvPr/>
        </p:nvGrpSpPr>
        <p:grpSpPr>
          <a:xfrm>
            <a:off x="2733780" y="4039081"/>
            <a:ext cx="342144" cy="362704"/>
            <a:chOff x="2704005" y="4258781"/>
            <a:chExt cx="342144" cy="362704"/>
          </a:xfrm>
        </p:grpSpPr>
        <p:sp>
          <p:nvSpPr>
            <p:cNvPr id="10070" name="Google Shape;10070;p62"/>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7" name="Google Shape;10077;p62"/>
          <p:cNvGrpSpPr/>
          <p:nvPr/>
        </p:nvGrpSpPr>
        <p:grpSpPr>
          <a:xfrm>
            <a:off x="2157462" y="4083096"/>
            <a:ext cx="347435" cy="363370"/>
            <a:chOff x="2157462" y="4258496"/>
            <a:chExt cx="347435" cy="363370"/>
          </a:xfrm>
        </p:grpSpPr>
        <p:sp>
          <p:nvSpPr>
            <p:cNvPr id="10078" name="Google Shape;10078;p62"/>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62"/>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1" name="Google Shape;10081;p62"/>
          <p:cNvGrpSpPr/>
          <p:nvPr/>
        </p:nvGrpSpPr>
        <p:grpSpPr>
          <a:xfrm>
            <a:off x="4010963" y="3588381"/>
            <a:ext cx="343665" cy="363211"/>
            <a:chOff x="4010963" y="3763781"/>
            <a:chExt cx="343665" cy="363211"/>
          </a:xfrm>
        </p:grpSpPr>
        <p:sp>
          <p:nvSpPr>
            <p:cNvPr id="10082" name="Google Shape;10082;p62"/>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62"/>
          <p:cNvGrpSpPr/>
          <p:nvPr/>
        </p:nvGrpSpPr>
        <p:grpSpPr>
          <a:xfrm>
            <a:off x="2214042" y="3635109"/>
            <a:ext cx="368153" cy="311193"/>
            <a:chOff x="2214042" y="3810509"/>
            <a:chExt cx="368153" cy="311193"/>
          </a:xfrm>
        </p:grpSpPr>
        <p:sp>
          <p:nvSpPr>
            <p:cNvPr id="10088" name="Google Shape;10088;p62"/>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62"/>
          <p:cNvGrpSpPr/>
          <p:nvPr/>
        </p:nvGrpSpPr>
        <p:grpSpPr>
          <a:xfrm>
            <a:off x="1797413" y="3606819"/>
            <a:ext cx="367805" cy="367773"/>
            <a:chOff x="1768938" y="3782219"/>
            <a:chExt cx="367805" cy="367773"/>
          </a:xfrm>
        </p:grpSpPr>
        <p:sp>
          <p:nvSpPr>
            <p:cNvPr id="10091" name="Google Shape;10091;p62"/>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2"/>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6" name="Google Shape;10096;p62"/>
          <p:cNvGrpSpPr/>
          <p:nvPr/>
        </p:nvGrpSpPr>
        <p:grpSpPr>
          <a:xfrm>
            <a:off x="2681385" y="3623039"/>
            <a:ext cx="325544" cy="327413"/>
            <a:chOff x="2681385" y="3798439"/>
            <a:chExt cx="325544" cy="327413"/>
          </a:xfrm>
        </p:grpSpPr>
        <p:sp>
          <p:nvSpPr>
            <p:cNvPr id="10097" name="Google Shape;10097;p62"/>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2"/>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2"/>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4" name="Google Shape;10104;p62"/>
          <p:cNvGrpSpPr/>
          <p:nvPr/>
        </p:nvGrpSpPr>
        <p:grpSpPr>
          <a:xfrm>
            <a:off x="6243928" y="4088102"/>
            <a:ext cx="274254" cy="350824"/>
            <a:chOff x="6243928" y="4263502"/>
            <a:chExt cx="274254" cy="350824"/>
          </a:xfrm>
        </p:grpSpPr>
        <p:sp>
          <p:nvSpPr>
            <p:cNvPr id="10105" name="Google Shape;10105;p62"/>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2"/>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62"/>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2"/>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3" name="Google Shape;10113;p62"/>
          <p:cNvGrpSpPr/>
          <p:nvPr/>
        </p:nvGrpSpPr>
        <p:grpSpPr>
          <a:xfrm>
            <a:off x="3560600" y="3587938"/>
            <a:ext cx="352345" cy="363655"/>
            <a:chOff x="3560600" y="3763338"/>
            <a:chExt cx="352345" cy="363655"/>
          </a:xfrm>
        </p:grpSpPr>
        <p:sp>
          <p:nvSpPr>
            <p:cNvPr id="10114" name="Google Shape;10114;p62"/>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2"/>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62"/>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7" name="Google Shape;10117;p62"/>
          <p:cNvGrpSpPr/>
          <p:nvPr/>
        </p:nvGrpSpPr>
        <p:grpSpPr>
          <a:xfrm>
            <a:off x="5790556" y="4085852"/>
            <a:ext cx="279513" cy="356083"/>
            <a:chOff x="5790556" y="4261252"/>
            <a:chExt cx="279513" cy="356083"/>
          </a:xfrm>
        </p:grpSpPr>
        <p:sp>
          <p:nvSpPr>
            <p:cNvPr id="10118" name="Google Shape;10118;p62"/>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2"/>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2"/>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5" name="Google Shape;10125;p62"/>
          <p:cNvGrpSpPr/>
          <p:nvPr/>
        </p:nvGrpSpPr>
        <p:grpSpPr>
          <a:xfrm>
            <a:off x="5341333" y="4085852"/>
            <a:ext cx="278752" cy="356463"/>
            <a:chOff x="5341333" y="4261252"/>
            <a:chExt cx="278752" cy="356463"/>
          </a:xfrm>
        </p:grpSpPr>
        <p:sp>
          <p:nvSpPr>
            <p:cNvPr id="10126" name="Google Shape;10126;p62"/>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3" name="Google Shape;10133;p62"/>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34" name="Google Shape;10134;p62"/>
          <p:cNvGrpSpPr/>
          <p:nvPr/>
        </p:nvGrpSpPr>
        <p:grpSpPr>
          <a:xfrm>
            <a:off x="3103646" y="3590676"/>
            <a:ext cx="360233" cy="362451"/>
            <a:chOff x="3107608" y="3763401"/>
            <a:chExt cx="360233" cy="362451"/>
          </a:xfrm>
        </p:grpSpPr>
        <p:sp>
          <p:nvSpPr>
            <p:cNvPr id="10135" name="Google Shape;10135;p62"/>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8" name="Google Shape;10138;p62"/>
          <p:cNvGrpSpPr/>
          <p:nvPr/>
        </p:nvGrpSpPr>
        <p:grpSpPr>
          <a:xfrm>
            <a:off x="889343" y="3625827"/>
            <a:ext cx="351585" cy="339705"/>
            <a:chOff x="889343" y="3801227"/>
            <a:chExt cx="351585" cy="339705"/>
          </a:xfrm>
        </p:grpSpPr>
        <p:sp>
          <p:nvSpPr>
            <p:cNvPr id="10139" name="Google Shape;10139;p62"/>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2"/>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62"/>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62"/>
          <p:cNvGrpSpPr/>
          <p:nvPr/>
        </p:nvGrpSpPr>
        <p:grpSpPr>
          <a:xfrm>
            <a:off x="4896609" y="4085472"/>
            <a:ext cx="278784" cy="355323"/>
            <a:chOff x="4896609" y="4260872"/>
            <a:chExt cx="278784" cy="355323"/>
          </a:xfrm>
        </p:grpSpPr>
        <p:sp>
          <p:nvSpPr>
            <p:cNvPr id="10145" name="Google Shape;10145;p62"/>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2"/>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2"/>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1" name="Google Shape;10151;p62"/>
          <p:cNvGrpSpPr/>
          <p:nvPr/>
        </p:nvGrpSpPr>
        <p:grpSpPr>
          <a:xfrm>
            <a:off x="7598438" y="4090731"/>
            <a:ext cx="260283" cy="345914"/>
            <a:chOff x="7598438" y="4266131"/>
            <a:chExt cx="260283" cy="345914"/>
          </a:xfrm>
        </p:grpSpPr>
        <p:sp>
          <p:nvSpPr>
            <p:cNvPr id="10152" name="Google Shape;10152;p62"/>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2"/>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2"/>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9" name="Google Shape;10159;p62"/>
          <p:cNvGrpSpPr/>
          <p:nvPr/>
        </p:nvGrpSpPr>
        <p:grpSpPr>
          <a:xfrm>
            <a:off x="1767069" y="3184746"/>
            <a:ext cx="286324" cy="348163"/>
            <a:chOff x="1767069" y="3360146"/>
            <a:chExt cx="286324" cy="348163"/>
          </a:xfrm>
        </p:grpSpPr>
        <p:sp>
          <p:nvSpPr>
            <p:cNvPr id="10160" name="Google Shape;10160;p62"/>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62"/>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62"/>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2"/>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2"/>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7" name="Google Shape;10167;p62"/>
          <p:cNvGrpSpPr/>
          <p:nvPr/>
        </p:nvGrpSpPr>
        <p:grpSpPr>
          <a:xfrm>
            <a:off x="7149944" y="4090731"/>
            <a:ext cx="260283" cy="345914"/>
            <a:chOff x="7149944" y="4266131"/>
            <a:chExt cx="260283" cy="345914"/>
          </a:xfrm>
        </p:grpSpPr>
        <p:sp>
          <p:nvSpPr>
            <p:cNvPr id="10168" name="Google Shape;10168;p62"/>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2"/>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2"/>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4" name="Google Shape;10174;p62"/>
          <p:cNvGrpSpPr/>
          <p:nvPr/>
        </p:nvGrpSpPr>
        <p:grpSpPr>
          <a:xfrm>
            <a:off x="6695051" y="4083951"/>
            <a:ext cx="270104" cy="360233"/>
            <a:chOff x="6695051" y="4259351"/>
            <a:chExt cx="270104" cy="360233"/>
          </a:xfrm>
        </p:grpSpPr>
        <p:sp>
          <p:nvSpPr>
            <p:cNvPr id="10175" name="Google Shape;10175;p62"/>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2"/>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2"/>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9" name="Google Shape;10179;p62"/>
          <p:cNvGrpSpPr/>
          <p:nvPr/>
        </p:nvGrpSpPr>
        <p:grpSpPr>
          <a:xfrm>
            <a:off x="8047661" y="4082051"/>
            <a:ext cx="277263" cy="362514"/>
            <a:chOff x="8047661" y="4257451"/>
            <a:chExt cx="277263" cy="362514"/>
          </a:xfrm>
        </p:grpSpPr>
        <p:sp>
          <p:nvSpPr>
            <p:cNvPr id="10180" name="Google Shape;10180;p62"/>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2"/>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4" name="Google Shape;10184;p62"/>
          <p:cNvGrpSpPr/>
          <p:nvPr/>
        </p:nvGrpSpPr>
        <p:grpSpPr>
          <a:xfrm>
            <a:off x="6248078" y="3609068"/>
            <a:ext cx="277263" cy="356115"/>
            <a:chOff x="6248078" y="3784468"/>
            <a:chExt cx="277263" cy="356115"/>
          </a:xfrm>
        </p:grpSpPr>
        <p:sp>
          <p:nvSpPr>
            <p:cNvPr id="10185" name="Google Shape;10185;p62"/>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0" name="Google Shape;10190;p62"/>
          <p:cNvGrpSpPr/>
          <p:nvPr/>
        </p:nvGrpSpPr>
        <p:grpSpPr>
          <a:xfrm>
            <a:off x="5800725" y="3610589"/>
            <a:ext cx="277644" cy="354594"/>
            <a:chOff x="5800725" y="3785989"/>
            <a:chExt cx="277644" cy="354594"/>
          </a:xfrm>
        </p:grpSpPr>
        <p:sp>
          <p:nvSpPr>
            <p:cNvPr id="10191" name="Google Shape;10191;p62"/>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62"/>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62"/>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8" name="Google Shape;10198;p62"/>
          <p:cNvGrpSpPr/>
          <p:nvPr/>
        </p:nvGrpSpPr>
        <p:grpSpPr>
          <a:xfrm>
            <a:off x="2206122" y="3185348"/>
            <a:ext cx="308183" cy="347561"/>
            <a:chOff x="2206122" y="3360748"/>
            <a:chExt cx="308183" cy="347561"/>
          </a:xfrm>
        </p:grpSpPr>
        <p:sp>
          <p:nvSpPr>
            <p:cNvPr id="10199" name="Google Shape;10199;p62"/>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2"/>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2"/>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2"/>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4" name="Google Shape;10204;p62"/>
          <p:cNvGrpSpPr/>
          <p:nvPr/>
        </p:nvGrpSpPr>
        <p:grpSpPr>
          <a:xfrm>
            <a:off x="5353403" y="3610209"/>
            <a:ext cx="277992" cy="354974"/>
            <a:chOff x="5353403" y="3785609"/>
            <a:chExt cx="277992" cy="354974"/>
          </a:xfrm>
        </p:grpSpPr>
        <p:sp>
          <p:nvSpPr>
            <p:cNvPr id="10205" name="Google Shape;10205;p62"/>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2"/>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2"/>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62"/>
          <p:cNvGrpSpPr/>
          <p:nvPr/>
        </p:nvGrpSpPr>
        <p:grpSpPr>
          <a:xfrm>
            <a:off x="4896229" y="3610589"/>
            <a:ext cx="278784" cy="354594"/>
            <a:chOff x="4896229" y="3785989"/>
            <a:chExt cx="278784" cy="354594"/>
          </a:xfrm>
        </p:grpSpPr>
        <p:sp>
          <p:nvSpPr>
            <p:cNvPr id="10212" name="Google Shape;10212;p62"/>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2"/>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2"/>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8" name="Google Shape;10218;p62"/>
          <p:cNvGrpSpPr/>
          <p:nvPr/>
        </p:nvGrpSpPr>
        <p:grpSpPr>
          <a:xfrm>
            <a:off x="7592387" y="3612458"/>
            <a:ext cx="273874" cy="351204"/>
            <a:chOff x="7592387" y="3787858"/>
            <a:chExt cx="273874" cy="351204"/>
          </a:xfrm>
        </p:grpSpPr>
        <p:sp>
          <p:nvSpPr>
            <p:cNvPr id="10219" name="Google Shape;10219;p62"/>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2"/>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2"/>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62"/>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3" name="Google Shape;10223;p62"/>
          <p:cNvGrpSpPr/>
          <p:nvPr/>
        </p:nvGrpSpPr>
        <p:grpSpPr>
          <a:xfrm>
            <a:off x="7145794" y="3612458"/>
            <a:ext cx="274254" cy="350444"/>
            <a:chOff x="7145794" y="3787858"/>
            <a:chExt cx="274254" cy="350444"/>
          </a:xfrm>
        </p:grpSpPr>
        <p:sp>
          <p:nvSpPr>
            <p:cNvPr id="10224" name="Google Shape;10224;p62"/>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2"/>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0" name="Google Shape;10230;p62"/>
          <p:cNvGrpSpPr/>
          <p:nvPr/>
        </p:nvGrpSpPr>
        <p:grpSpPr>
          <a:xfrm>
            <a:off x="8054060" y="3611698"/>
            <a:ext cx="266334" cy="353834"/>
            <a:chOff x="8054060" y="3787098"/>
            <a:chExt cx="266334" cy="353834"/>
          </a:xfrm>
        </p:grpSpPr>
        <p:sp>
          <p:nvSpPr>
            <p:cNvPr id="10231" name="Google Shape;10231;p62"/>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5" name="Google Shape;10235;p62"/>
          <p:cNvGrpSpPr/>
          <p:nvPr/>
        </p:nvGrpSpPr>
        <p:grpSpPr>
          <a:xfrm>
            <a:off x="6702211" y="3607199"/>
            <a:ext cx="270104" cy="361754"/>
            <a:chOff x="6702211" y="3782599"/>
            <a:chExt cx="270104" cy="361754"/>
          </a:xfrm>
        </p:grpSpPr>
        <p:sp>
          <p:nvSpPr>
            <p:cNvPr id="10236" name="Google Shape;10236;p62"/>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1" name="Google Shape;10241;p62"/>
          <p:cNvGrpSpPr/>
          <p:nvPr/>
        </p:nvGrpSpPr>
        <p:grpSpPr>
          <a:xfrm>
            <a:off x="3516886" y="3263327"/>
            <a:ext cx="391854" cy="269922"/>
            <a:chOff x="3516850" y="3406526"/>
            <a:chExt cx="369674" cy="254644"/>
          </a:xfrm>
        </p:grpSpPr>
        <p:sp>
          <p:nvSpPr>
            <p:cNvPr id="10242" name="Google Shape;10242;p62"/>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2"/>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6" name="Google Shape;10246;p62"/>
          <p:cNvGrpSpPr/>
          <p:nvPr/>
        </p:nvGrpSpPr>
        <p:grpSpPr>
          <a:xfrm>
            <a:off x="1310655" y="3185127"/>
            <a:ext cx="306314" cy="347403"/>
            <a:chOff x="1310655" y="3360527"/>
            <a:chExt cx="306314" cy="347403"/>
          </a:xfrm>
        </p:grpSpPr>
        <p:sp>
          <p:nvSpPr>
            <p:cNvPr id="10247" name="Google Shape;10247;p62"/>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62"/>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62"/>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2"/>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2"/>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2" name="Google Shape;10252;p62"/>
          <p:cNvGrpSpPr/>
          <p:nvPr/>
        </p:nvGrpSpPr>
        <p:grpSpPr>
          <a:xfrm>
            <a:off x="3119678" y="3184746"/>
            <a:ext cx="269343" cy="348543"/>
            <a:chOff x="3119678" y="3360146"/>
            <a:chExt cx="269343" cy="348543"/>
          </a:xfrm>
        </p:grpSpPr>
        <p:sp>
          <p:nvSpPr>
            <p:cNvPr id="10253" name="Google Shape;10253;p62"/>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2"/>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2"/>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2"/>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2"/>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2"/>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2"/>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0" name="Google Shape;10260;p62"/>
          <p:cNvGrpSpPr/>
          <p:nvPr/>
        </p:nvGrpSpPr>
        <p:grpSpPr>
          <a:xfrm>
            <a:off x="3967213" y="3181547"/>
            <a:ext cx="368185" cy="354753"/>
            <a:chOff x="3967213" y="3356947"/>
            <a:chExt cx="368185" cy="354753"/>
          </a:xfrm>
        </p:grpSpPr>
        <p:sp>
          <p:nvSpPr>
            <p:cNvPr id="10261" name="Google Shape;10261;p62"/>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2"/>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2"/>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2"/>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2"/>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6" name="Google Shape;10266;p62"/>
          <p:cNvGrpSpPr/>
          <p:nvPr/>
        </p:nvGrpSpPr>
        <p:grpSpPr>
          <a:xfrm>
            <a:off x="871254" y="3184746"/>
            <a:ext cx="285183" cy="347023"/>
            <a:chOff x="871254" y="3360146"/>
            <a:chExt cx="285183" cy="347023"/>
          </a:xfrm>
        </p:grpSpPr>
        <p:sp>
          <p:nvSpPr>
            <p:cNvPr id="10267" name="Google Shape;10267;p62"/>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2"/>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2"/>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2"/>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1" name="Google Shape;10271;p62"/>
          <p:cNvGrpSpPr/>
          <p:nvPr/>
        </p:nvGrpSpPr>
        <p:grpSpPr>
          <a:xfrm>
            <a:off x="2665165" y="3184746"/>
            <a:ext cx="281794" cy="349684"/>
            <a:chOff x="2665165" y="3360146"/>
            <a:chExt cx="281794" cy="349684"/>
          </a:xfrm>
        </p:grpSpPr>
        <p:sp>
          <p:nvSpPr>
            <p:cNvPr id="10272" name="Google Shape;10272;p62"/>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2"/>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2"/>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2"/>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2"/>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7" name="Google Shape;10277;p62"/>
          <p:cNvGrpSpPr/>
          <p:nvPr/>
        </p:nvGrpSpPr>
        <p:grpSpPr>
          <a:xfrm>
            <a:off x="7156344" y="3172296"/>
            <a:ext cx="264465" cy="353074"/>
            <a:chOff x="7156344" y="3347696"/>
            <a:chExt cx="264465" cy="353074"/>
          </a:xfrm>
        </p:grpSpPr>
        <p:sp>
          <p:nvSpPr>
            <p:cNvPr id="10278" name="Google Shape;10278;p62"/>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62"/>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62"/>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2"/>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2"/>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3" name="Google Shape;10283;p62"/>
          <p:cNvGrpSpPr/>
          <p:nvPr/>
        </p:nvGrpSpPr>
        <p:grpSpPr>
          <a:xfrm>
            <a:off x="6703732" y="3171536"/>
            <a:ext cx="264813" cy="352693"/>
            <a:chOff x="6703732" y="3346936"/>
            <a:chExt cx="264813" cy="352693"/>
          </a:xfrm>
        </p:grpSpPr>
        <p:sp>
          <p:nvSpPr>
            <p:cNvPr id="10284" name="Google Shape;10284;p62"/>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2"/>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2"/>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2"/>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2"/>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9" name="Google Shape;10289;p62"/>
          <p:cNvGrpSpPr/>
          <p:nvPr/>
        </p:nvGrpSpPr>
        <p:grpSpPr>
          <a:xfrm>
            <a:off x="6252228" y="3171536"/>
            <a:ext cx="265193" cy="352693"/>
            <a:chOff x="6252228" y="3346936"/>
            <a:chExt cx="265193" cy="352693"/>
          </a:xfrm>
        </p:grpSpPr>
        <p:sp>
          <p:nvSpPr>
            <p:cNvPr id="10290" name="Google Shape;10290;p62"/>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2"/>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2"/>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3" name="Google Shape;10293;p62"/>
          <p:cNvGrpSpPr/>
          <p:nvPr/>
        </p:nvGrpSpPr>
        <p:grpSpPr>
          <a:xfrm>
            <a:off x="5801105" y="3172296"/>
            <a:ext cx="264813" cy="351933"/>
            <a:chOff x="5801105" y="3347696"/>
            <a:chExt cx="264813" cy="351933"/>
          </a:xfrm>
        </p:grpSpPr>
        <p:sp>
          <p:nvSpPr>
            <p:cNvPr id="10294" name="Google Shape;10294;p62"/>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2"/>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2"/>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2"/>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8" name="Google Shape;10298;p62"/>
          <p:cNvGrpSpPr/>
          <p:nvPr/>
        </p:nvGrpSpPr>
        <p:grpSpPr>
          <a:xfrm>
            <a:off x="5349253" y="3171536"/>
            <a:ext cx="265922" cy="352693"/>
            <a:chOff x="5349253" y="3346936"/>
            <a:chExt cx="265922" cy="352693"/>
          </a:xfrm>
        </p:grpSpPr>
        <p:sp>
          <p:nvSpPr>
            <p:cNvPr id="10299" name="Google Shape;10299;p62"/>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2"/>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2"/>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2"/>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2"/>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2"/>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5" name="Google Shape;10305;p62"/>
          <p:cNvGrpSpPr/>
          <p:nvPr/>
        </p:nvGrpSpPr>
        <p:grpSpPr>
          <a:xfrm>
            <a:off x="4907159" y="3171536"/>
            <a:ext cx="264845" cy="354214"/>
            <a:chOff x="4907159" y="3346936"/>
            <a:chExt cx="264845" cy="354214"/>
          </a:xfrm>
        </p:grpSpPr>
        <p:sp>
          <p:nvSpPr>
            <p:cNvPr id="10306" name="Google Shape;10306;p62"/>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2"/>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8" name="Google Shape;10308;p62"/>
          <p:cNvGrpSpPr/>
          <p:nvPr/>
        </p:nvGrpSpPr>
        <p:grpSpPr>
          <a:xfrm>
            <a:off x="8048421" y="3159086"/>
            <a:ext cx="276503" cy="369674"/>
            <a:chOff x="8048421" y="3334486"/>
            <a:chExt cx="276503" cy="369674"/>
          </a:xfrm>
        </p:grpSpPr>
        <p:sp>
          <p:nvSpPr>
            <p:cNvPr id="10309" name="Google Shape;10309;p62"/>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62"/>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2"/>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2"/>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2"/>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2"/>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5" name="Google Shape;10315;p62"/>
          <p:cNvGrpSpPr/>
          <p:nvPr/>
        </p:nvGrpSpPr>
        <p:grpSpPr>
          <a:xfrm>
            <a:off x="7575787" y="3154555"/>
            <a:ext cx="295384" cy="376834"/>
            <a:chOff x="7575787" y="3329955"/>
            <a:chExt cx="295384" cy="376834"/>
          </a:xfrm>
        </p:grpSpPr>
        <p:sp>
          <p:nvSpPr>
            <p:cNvPr id="10316" name="Google Shape;10316;p62"/>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2"/>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2"/>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2"/>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2"/>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2"/>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2" name="Google Shape;10322;p62"/>
          <p:cNvGrpSpPr/>
          <p:nvPr/>
        </p:nvGrpSpPr>
        <p:grpSpPr>
          <a:xfrm>
            <a:off x="864062" y="2709103"/>
            <a:ext cx="264084" cy="347783"/>
            <a:chOff x="864062" y="2884503"/>
            <a:chExt cx="264084" cy="347783"/>
          </a:xfrm>
        </p:grpSpPr>
        <p:sp>
          <p:nvSpPr>
            <p:cNvPr id="10323" name="Google Shape;10323;p62"/>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2"/>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2"/>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2"/>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2"/>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2"/>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2"/>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2"/>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62"/>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2"/>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3" name="Google Shape;10333;p62"/>
          <p:cNvGrpSpPr/>
          <p:nvPr/>
        </p:nvGrpSpPr>
        <p:grpSpPr>
          <a:xfrm>
            <a:off x="3978523" y="2709261"/>
            <a:ext cx="348955" cy="346516"/>
            <a:chOff x="3978523" y="2884661"/>
            <a:chExt cx="348955" cy="346516"/>
          </a:xfrm>
        </p:grpSpPr>
        <p:sp>
          <p:nvSpPr>
            <p:cNvPr id="10334" name="Google Shape;10334;p62"/>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2"/>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2"/>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2"/>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2"/>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2"/>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62"/>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2"/>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2" name="Google Shape;10342;p62"/>
          <p:cNvGrpSpPr/>
          <p:nvPr/>
        </p:nvGrpSpPr>
        <p:grpSpPr>
          <a:xfrm>
            <a:off x="3556255" y="2709863"/>
            <a:ext cx="347435" cy="345534"/>
            <a:chOff x="3527780" y="2885263"/>
            <a:chExt cx="347435" cy="345534"/>
          </a:xfrm>
        </p:grpSpPr>
        <p:sp>
          <p:nvSpPr>
            <p:cNvPr id="10343" name="Google Shape;10343;p62"/>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2"/>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2"/>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2"/>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2"/>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2"/>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2"/>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2"/>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2"/>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2"/>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2"/>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2"/>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2"/>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2"/>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2"/>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2"/>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2"/>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2"/>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2"/>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2"/>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2"/>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2"/>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2"/>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6" name="Google Shape;10366;p62"/>
          <p:cNvGrpSpPr/>
          <p:nvPr/>
        </p:nvGrpSpPr>
        <p:grpSpPr>
          <a:xfrm>
            <a:off x="2239671" y="2709103"/>
            <a:ext cx="218053" cy="348543"/>
            <a:chOff x="2239671" y="2884503"/>
            <a:chExt cx="218053" cy="348543"/>
          </a:xfrm>
        </p:grpSpPr>
        <p:sp>
          <p:nvSpPr>
            <p:cNvPr id="10367" name="Google Shape;10367;p62"/>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2"/>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2"/>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2"/>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62"/>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2" name="Google Shape;10372;p62"/>
          <p:cNvGrpSpPr/>
          <p:nvPr/>
        </p:nvGrpSpPr>
        <p:grpSpPr>
          <a:xfrm>
            <a:off x="2691555" y="2709103"/>
            <a:ext cx="215044" cy="348924"/>
            <a:chOff x="2691555" y="2884503"/>
            <a:chExt cx="215044" cy="348924"/>
          </a:xfrm>
        </p:grpSpPr>
        <p:sp>
          <p:nvSpPr>
            <p:cNvPr id="10373" name="Google Shape;10373;p62"/>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2"/>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2"/>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6" name="Google Shape;10376;p62"/>
          <p:cNvGrpSpPr/>
          <p:nvPr/>
        </p:nvGrpSpPr>
        <p:grpSpPr>
          <a:xfrm>
            <a:off x="1770459" y="2709103"/>
            <a:ext cx="254644" cy="348828"/>
            <a:chOff x="1770459" y="2884503"/>
            <a:chExt cx="254644" cy="348828"/>
          </a:xfrm>
        </p:grpSpPr>
        <p:sp>
          <p:nvSpPr>
            <p:cNvPr id="10377" name="Google Shape;10377;p62"/>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2"/>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2"/>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2"/>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2"/>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2"/>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2"/>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2"/>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5" name="Google Shape;10385;p62"/>
          <p:cNvGrpSpPr/>
          <p:nvPr/>
        </p:nvGrpSpPr>
        <p:grpSpPr>
          <a:xfrm>
            <a:off x="1317466" y="2709483"/>
            <a:ext cx="258382" cy="348543"/>
            <a:chOff x="1317466" y="2884883"/>
            <a:chExt cx="258382" cy="348543"/>
          </a:xfrm>
        </p:grpSpPr>
        <p:sp>
          <p:nvSpPr>
            <p:cNvPr id="10386" name="Google Shape;10386;p62"/>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2"/>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2"/>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2"/>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2"/>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2"/>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2"/>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2"/>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4" name="Google Shape;10394;p62"/>
          <p:cNvGrpSpPr/>
          <p:nvPr/>
        </p:nvGrpSpPr>
        <p:grpSpPr>
          <a:xfrm>
            <a:off x="3121167" y="2709483"/>
            <a:ext cx="258414" cy="348543"/>
            <a:chOff x="3121167" y="2884883"/>
            <a:chExt cx="258414" cy="348543"/>
          </a:xfrm>
        </p:grpSpPr>
        <p:sp>
          <p:nvSpPr>
            <p:cNvPr id="10395" name="Google Shape;10395;p62"/>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2"/>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2"/>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2"/>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2"/>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2"/>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2"/>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2"/>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3" name="Google Shape;10403;p62"/>
          <p:cNvGrpSpPr/>
          <p:nvPr/>
        </p:nvGrpSpPr>
        <p:grpSpPr>
          <a:xfrm>
            <a:off x="4899999" y="2706695"/>
            <a:ext cx="271244" cy="346801"/>
            <a:chOff x="4899999" y="2882095"/>
            <a:chExt cx="271244" cy="346801"/>
          </a:xfrm>
        </p:grpSpPr>
        <p:sp>
          <p:nvSpPr>
            <p:cNvPr id="10404" name="Google Shape;10404;p62"/>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2"/>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2"/>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2"/>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2"/>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2"/>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62"/>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62"/>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2"/>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2"/>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4" name="Google Shape;10414;p62"/>
          <p:cNvGrpSpPr/>
          <p:nvPr/>
        </p:nvGrpSpPr>
        <p:grpSpPr>
          <a:xfrm>
            <a:off x="7162775" y="2705713"/>
            <a:ext cx="259523" cy="346294"/>
            <a:chOff x="7162775" y="2881113"/>
            <a:chExt cx="259523" cy="346294"/>
          </a:xfrm>
        </p:grpSpPr>
        <p:sp>
          <p:nvSpPr>
            <p:cNvPr id="10415" name="Google Shape;10415;p62"/>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2"/>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2"/>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2"/>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2"/>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2"/>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1" name="Google Shape;10421;p62"/>
          <p:cNvGrpSpPr/>
          <p:nvPr/>
        </p:nvGrpSpPr>
        <p:grpSpPr>
          <a:xfrm>
            <a:off x="6709751" y="2706442"/>
            <a:ext cx="261075" cy="347815"/>
            <a:chOff x="6709751" y="2881842"/>
            <a:chExt cx="261075" cy="347815"/>
          </a:xfrm>
        </p:grpSpPr>
        <p:sp>
          <p:nvSpPr>
            <p:cNvPr id="10422" name="Google Shape;10422;p62"/>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2"/>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2"/>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2"/>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2"/>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2"/>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62"/>
          <p:cNvGrpSpPr/>
          <p:nvPr/>
        </p:nvGrpSpPr>
        <p:grpSpPr>
          <a:xfrm>
            <a:off x="5807156" y="2705713"/>
            <a:ext cx="261043" cy="348163"/>
            <a:chOff x="5807156" y="2881113"/>
            <a:chExt cx="261043" cy="348163"/>
          </a:xfrm>
        </p:grpSpPr>
        <p:sp>
          <p:nvSpPr>
            <p:cNvPr id="10429" name="Google Shape;10429;p62"/>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2"/>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2"/>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2"/>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2"/>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4" name="Google Shape;10434;p62"/>
          <p:cNvGrpSpPr/>
          <p:nvPr/>
        </p:nvGrpSpPr>
        <p:grpSpPr>
          <a:xfrm>
            <a:off x="5355653" y="2706093"/>
            <a:ext cx="262184" cy="346643"/>
            <a:chOff x="5355653" y="2881493"/>
            <a:chExt cx="262184" cy="346643"/>
          </a:xfrm>
        </p:grpSpPr>
        <p:sp>
          <p:nvSpPr>
            <p:cNvPr id="10435" name="Google Shape;10435;p62"/>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2"/>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2"/>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2"/>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2"/>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0" name="Google Shape;10440;p62"/>
          <p:cNvGrpSpPr/>
          <p:nvPr/>
        </p:nvGrpSpPr>
        <p:grpSpPr>
          <a:xfrm>
            <a:off x="8055961" y="2706442"/>
            <a:ext cx="260283" cy="345914"/>
            <a:chOff x="8055961" y="2881842"/>
            <a:chExt cx="260283" cy="345914"/>
          </a:xfrm>
        </p:grpSpPr>
        <p:sp>
          <p:nvSpPr>
            <p:cNvPr id="10441" name="Google Shape;10441;p62"/>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62"/>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2"/>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2"/>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5" name="Google Shape;10445;p62"/>
          <p:cNvGrpSpPr/>
          <p:nvPr/>
        </p:nvGrpSpPr>
        <p:grpSpPr>
          <a:xfrm>
            <a:off x="7609368" y="2718512"/>
            <a:ext cx="264813" cy="353105"/>
            <a:chOff x="7609368" y="2893912"/>
            <a:chExt cx="264813" cy="353105"/>
          </a:xfrm>
        </p:grpSpPr>
        <p:sp>
          <p:nvSpPr>
            <p:cNvPr id="10446" name="Google Shape;10446;p62"/>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2"/>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2"/>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2"/>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2"/>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2"/>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2" name="Google Shape;10452;p62"/>
          <p:cNvGrpSpPr/>
          <p:nvPr/>
        </p:nvGrpSpPr>
        <p:grpSpPr>
          <a:xfrm>
            <a:off x="6248458" y="2694372"/>
            <a:ext cx="270864" cy="360645"/>
            <a:chOff x="6248458" y="2869772"/>
            <a:chExt cx="270864" cy="360645"/>
          </a:xfrm>
        </p:grpSpPr>
        <p:sp>
          <p:nvSpPr>
            <p:cNvPr id="10453" name="Google Shape;10453;p62"/>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2"/>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62"/>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6" name="Google Shape;10456;p62"/>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2"/>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8" name="Google Shape;10458;p62"/>
          <p:cNvGrpSpPr/>
          <p:nvPr/>
        </p:nvGrpSpPr>
        <p:grpSpPr>
          <a:xfrm>
            <a:off x="3075928" y="2270398"/>
            <a:ext cx="363243" cy="300675"/>
            <a:chOff x="3075928" y="2445798"/>
            <a:chExt cx="363243" cy="300675"/>
          </a:xfrm>
        </p:grpSpPr>
        <p:sp>
          <p:nvSpPr>
            <p:cNvPr id="10459" name="Google Shape;10459;p62"/>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2"/>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2"/>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62"/>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2"/>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2"/>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2"/>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2"/>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62"/>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62"/>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2"/>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0" name="Google Shape;10470;p62"/>
          <p:cNvGrpSpPr/>
          <p:nvPr/>
        </p:nvGrpSpPr>
        <p:grpSpPr>
          <a:xfrm>
            <a:off x="2633105" y="2256459"/>
            <a:ext cx="363243" cy="328585"/>
            <a:chOff x="2633105" y="2431859"/>
            <a:chExt cx="363243" cy="328585"/>
          </a:xfrm>
        </p:grpSpPr>
        <p:sp>
          <p:nvSpPr>
            <p:cNvPr id="10471" name="Google Shape;10471;p62"/>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2"/>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2"/>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2"/>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2"/>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2"/>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2"/>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2"/>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9" name="Google Shape;10479;p62"/>
          <p:cNvGrpSpPr/>
          <p:nvPr/>
        </p:nvGrpSpPr>
        <p:grpSpPr>
          <a:xfrm>
            <a:off x="2189142" y="2245910"/>
            <a:ext cx="365904" cy="350064"/>
            <a:chOff x="2189142" y="2421310"/>
            <a:chExt cx="365904" cy="350064"/>
          </a:xfrm>
        </p:grpSpPr>
        <p:sp>
          <p:nvSpPr>
            <p:cNvPr id="10480" name="Google Shape;10480;p62"/>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62"/>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2"/>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2"/>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2"/>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2"/>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2"/>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2"/>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2"/>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89" name="Google Shape;10489;p62"/>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0" name="Google Shape;10490;p62"/>
          <p:cNvGrpSpPr/>
          <p:nvPr/>
        </p:nvGrpSpPr>
        <p:grpSpPr>
          <a:xfrm>
            <a:off x="3961923" y="2310917"/>
            <a:ext cx="364415" cy="220936"/>
            <a:chOff x="3961923" y="2486317"/>
            <a:chExt cx="364415" cy="220936"/>
          </a:xfrm>
        </p:grpSpPr>
        <p:sp>
          <p:nvSpPr>
            <p:cNvPr id="10491" name="Google Shape;10491;p62"/>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2"/>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2"/>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2"/>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95" name="Google Shape;10495;p62"/>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6" name="Google Shape;10496;p62"/>
          <p:cNvGrpSpPr/>
          <p:nvPr/>
        </p:nvGrpSpPr>
        <p:grpSpPr>
          <a:xfrm>
            <a:off x="1303876" y="2243977"/>
            <a:ext cx="363275" cy="354626"/>
            <a:chOff x="1303876" y="2419377"/>
            <a:chExt cx="363275" cy="354626"/>
          </a:xfrm>
        </p:grpSpPr>
        <p:sp>
          <p:nvSpPr>
            <p:cNvPr id="10497" name="Google Shape;10497;p62"/>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2"/>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62"/>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62"/>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2"/>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2"/>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2"/>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2"/>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5" name="Google Shape;10505;p62"/>
          <p:cNvGrpSpPr/>
          <p:nvPr/>
        </p:nvGrpSpPr>
        <p:grpSpPr>
          <a:xfrm>
            <a:off x="861053" y="2239510"/>
            <a:ext cx="362134" cy="363623"/>
            <a:chOff x="861053" y="2414910"/>
            <a:chExt cx="362134" cy="363623"/>
          </a:xfrm>
        </p:grpSpPr>
        <p:sp>
          <p:nvSpPr>
            <p:cNvPr id="10506" name="Google Shape;10506;p62"/>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2"/>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2"/>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2"/>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2"/>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1" name="Google Shape;10511;p62"/>
          <p:cNvGrpSpPr/>
          <p:nvPr/>
        </p:nvGrpSpPr>
        <p:grpSpPr>
          <a:xfrm>
            <a:off x="7594288" y="2239859"/>
            <a:ext cx="279513" cy="355735"/>
            <a:chOff x="7594288" y="2415259"/>
            <a:chExt cx="279513" cy="355735"/>
          </a:xfrm>
        </p:grpSpPr>
        <p:sp>
          <p:nvSpPr>
            <p:cNvPr id="10512" name="Google Shape;10512;p62"/>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2"/>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2"/>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2"/>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2"/>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62"/>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8" name="Google Shape;10518;p62"/>
          <p:cNvGrpSpPr/>
          <p:nvPr/>
        </p:nvGrpSpPr>
        <p:grpSpPr>
          <a:xfrm>
            <a:off x="7145794" y="2240239"/>
            <a:ext cx="278784" cy="355735"/>
            <a:chOff x="7145794" y="2415639"/>
            <a:chExt cx="278784" cy="355735"/>
          </a:xfrm>
        </p:grpSpPr>
        <p:sp>
          <p:nvSpPr>
            <p:cNvPr id="10519" name="Google Shape;10519;p62"/>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2"/>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2"/>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2"/>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2"/>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2"/>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2"/>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2"/>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2"/>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2"/>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9" name="Google Shape;10529;p62"/>
          <p:cNvGrpSpPr/>
          <p:nvPr/>
        </p:nvGrpSpPr>
        <p:grpSpPr>
          <a:xfrm>
            <a:off x="6698441" y="2239130"/>
            <a:ext cx="277644" cy="357984"/>
            <a:chOff x="6698441" y="2414530"/>
            <a:chExt cx="277644" cy="357984"/>
          </a:xfrm>
        </p:grpSpPr>
        <p:sp>
          <p:nvSpPr>
            <p:cNvPr id="10530" name="Google Shape;10530;p62"/>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2"/>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2"/>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2"/>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62"/>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62"/>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6" name="Google Shape;10536;p62"/>
          <p:cNvGrpSpPr/>
          <p:nvPr/>
        </p:nvGrpSpPr>
        <p:grpSpPr>
          <a:xfrm>
            <a:off x="4897750" y="2240239"/>
            <a:ext cx="279513" cy="357255"/>
            <a:chOff x="4897750" y="2415639"/>
            <a:chExt cx="279513" cy="357255"/>
          </a:xfrm>
        </p:grpSpPr>
        <p:sp>
          <p:nvSpPr>
            <p:cNvPr id="10537" name="Google Shape;10537;p62"/>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2"/>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2"/>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2"/>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2"/>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2"/>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2"/>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2"/>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5" name="Google Shape;10545;p62"/>
          <p:cNvGrpSpPr/>
          <p:nvPr/>
        </p:nvGrpSpPr>
        <p:grpSpPr>
          <a:xfrm>
            <a:off x="5812066" y="2240619"/>
            <a:ext cx="264813" cy="353454"/>
            <a:chOff x="5812066" y="2416019"/>
            <a:chExt cx="264813" cy="353454"/>
          </a:xfrm>
        </p:grpSpPr>
        <p:sp>
          <p:nvSpPr>
            <p:cNvPr id="10546" name="Google Shape;10546;p62"/>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2"/>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2"/>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2"/>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2"/>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2"/>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2"/>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3" name="Google Shape;10553;p62"/>
          <p:cNvGrpSpPr/>
          <p:nvPr/>
        </p:nvGrpSpPr>
        <p:grpSpPr>
          <a:xfrm>
            <a:off x="8054820" y="2240999"/>
            <a:ext cx="264433" cy="353454"/>
            <a:chOff x="8054820" y="2416399"/>
            <a:chExt cx="264433" cy="353454"/>
          </a:xfrm>
        </p:grpSpPr>
        <p:sp>
          <p:nvSpPr>
            <p:cNvPr id="10554" name="Google Shape;10554;p62"/>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2"/>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2"/>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2"/>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2"/>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2"/>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0" name="Google Shape;10560;p62"/>
          <p:cNvGrpSpPr/>
          <p:nvPr/>
        </p:nvGrpSpPr>
        <p:grpSpPr>
          <a:xfrm>
            <a:off x="5356413" y="2237990"/>
            <a:ext cx="271212" cy="361374"/>
            <a:chOff x="5356413" y="2413390"/>
            <a:chExt cx="271212" cy="361374"/>
          </a:xfrm>
        </p:grpSpPr>
        <p:sp>
          <p:nvSpPr>
            <p:cNvPr id="10561" name="Google Shape;10561;p62"/>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2"/>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2"/>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2"/>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2"/>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6" name="Google Shape;10566;p62"/>
          <p:cNvGrpSpPr/>
          <p:nvPr/>
        </p:nvGrpSpPr>
        <p:grpSpPr>
          <a:xfrm>
            <a:off x="6255238" y="2236849"/>
            <a:ext cx="271244" cy="360994"/>
            <a:chOff x="6255238" y="2412249"/>
            <a:chExt cx="271244" cy="360994"/>
          </a:xfrm>
        </p:grpSpPr>
        <p:sp>
          <p:nvSpPr>
            <p:cNvPr id="10567" name="Google Shape;10567;p62"/>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2"/>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2"/>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2"/>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2"/>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2"/>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3" name="Google Shape;10573;p62"/>
          <p:cNvGrpSpPr/>
          <p:nvPr/>
        </p:nvGrpSpPr>
        <p:grpSpPr>
          <a:xfrm>
            <a:off x="2185372" y="1782399"/>
            <a:ext cx="366664" cy="366981"/>
            <a:chOff x="2185372" y="1957799"/>
            <a:chExt cx="366664" cy="366981"/>
          </a:xfrm>
        </p:grpSpPr>
        <p:sp>
          <p:nvSpPr>
            <p:cNvPr id="10574" name="Google Shape;10574;p62"/>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62"/>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62"/>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2"/>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2"/>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2"/>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2"/>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2"/>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2" name="Google Shape;10582;p62"/>
          <p:cNvGrpSpPr/>
          <p:nvPr/>
        </p:nvGrpSpPr>
        <p:grpSpPr>
          <a:xfrm>
            <a:off x="1737258" y="1812971"/>
            <a:ext cx="370814" cy="307359"/>
            <a:chOff x="1737258" y="1988371"/>
            <a:chExt cx="370814" cy="307359"/>
          </a:xfrm>
        </p:grpSpPr>
        <p:sp>
          <p:nvSpPr>
            <p:cNvPr id="10583" name="Google Shape;10583;p62"/>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2"/>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2"/>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2"/>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7" name="Google Shape;10587;p62"/>
          <p:cNvGrpSpPr/>
          <p:nvPr/>
        </p:nvGrpSpPr>
        <p:grpSpPr>
          <a:xfrm>
            <a:off x="848983" y="1814111"/>
            <a:ext cx="369294" cy="304350"/>
            <a:chOff x="848983" y="1989511"/>
            <a:chExt cx="369294" cy="304350"/>
          </a:xfrm>
        </p:grpSpPr>
        <p:sp>
          <p:nvSpPr>
            <p:cNvPr id="10588" name="Google Shape;10588;p62"/>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2"/>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2"/>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2"/>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2"/>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3" name="Google Shape;10593;p62"/>
          <p:cNvGrpSpPr/>
          <p:nvPr/>
        </p:nvGrpSpPr>
        <p:grpSpPr>
          <a:xfrm>
            <a:off x="3074027" y="1808377"/>
            <a:ext cx="380604" cy="313854"/>
            <a:chOff x="3074027" y="1983777"/>
            <a:chExt cx="380604" cy="313854"/>
          </a:xfrm>
        </p:grpSpPr>
        <p:sp>
          <p:nvSpPr>
            <p:cNvPr id="10594" name="Google Shape;10594;p62"/>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2"/>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2"/>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2"/>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2"/>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9" name="Google Shape;10599;p62"/>
          <p:cNvGrpSpPr/>
          <p:nvPr/>
        </p:nvGrpSpPr>
        <p:grpSpPr>
          <a:xfrm>
            <a:off x="3522521" y="1800457"/>
            <a:ext cx="367013" cy="331278"/>
            <a:chOff x="3522521" y="1975857"/>
            <a:chExt cx="367013" cy="331278"/>
          </a:xfrm>
        </p:grpSpPr>
        <p:sp>
          <p:nvSpPr>
            <p:cNvPr id="10600" name="Google Shape;10600;p62"/>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2"/>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2"/>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2"/>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2"/>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2"/>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2"/>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7" name="Google Shape;10607;p62"/>
          <p:cNvGrpSpPr/>
          <p:nvPr/>
        </p:nvGrpSpPr>
        <p:grpSpPr>
          <a:xfrm>
            <a:off x="2630824" y="1801566"/>
            <a:ext cx="368185" cy="330454"/>
            <a:chOff x="2630824" y="1976966"/>
            <a:chExt cx="368185" cy="330454"/>
          </a:xfrm>
        </p:grpSpPr>
        <p:sp>
          <p:nvSpPr>
            <p:cNvPr id="10608" name="Google Shape;10608;p62"/>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2"/>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2"/>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2"/>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2"/>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2"/>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2"/>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2"/>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6" name="Google Shape;10616;p62"/>
          <p:cNvGrpSpPr/>
          <p:nvPr/>
        </p:nvGrpSpPr>
        <p:grpSpPr>
          <a:xfrm>
            <a:off x="1293706" y="1791016"/>
            <a:ext cx="369294" cy="350444"/>
            <a:chOff x="1293706" y="1966416"/>
            <a:chExt cx="369294" cy="350444"/>
          </a:xfrm>
        </p:grpSpPr>
        <p:sp>
          <p:nvSpPr>
            <p:cNvPr id="10617" name="Google Shape;10617;p62"/>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2"/>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2"/>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62"/>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2"/>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2"/>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2"/>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2"/>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5" name="Google Shape;10625;p62"/>
          <p:cNvGrpSpPr/>
          <p:nvPr/>
        </p:nvGrpSpPr>
        <p:grpSpPr>
          <a:xfrm>
            <a:off x="3967213" y="1800077"/>
            <a:ext cx="368185" cy="331816"/>
            <a:chOff x="3967213" y="1975477"/>
            <a:chExt cx="368185" cy="331816"/>
          </a:xfrm>
        </p:grpSpPr>
        <p:sp>
          <p:nvSpPr>
            <p:cNvPr id="10626" name="Google Shape;10626;p62"/>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2"/>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2"/>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9" name="Google Shape;10629;p62"/>
          <p:cNvGrpSpPr/>
          <p:nvPr/>
        </p:nvGrpSpPr>
        <p:grpSpPr>
          <a:xfrm>
            <a:off x="8047661" y="1793646"/>
            <a:ext cx="279132" cy="356875"/>
            <a:chOff x="8047661" y="1969046"/>
            <a:chExt cx="279132" cy="356875"/>
          </a:xfrm>
        </p:grpSpPr>
        <p:sp>
          <p:nvSpPr>
            <p:cNvPr id="10630" name="Google Shape;10630;p62"/>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2"/>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2"/>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2"/>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4" name="Google Shape;10634;p62"/>
          <p:cNvGrpSpPr/>
          <p:nvPr/>
        </p:nvGrpSpPr>
        <p:grpSpPr>
          <a:xfrm>
            <a:off x="7596157" y="1792759"/>
            <a:ext cx="279544" cy="358142"/>
            <a:chOff x="7596157" y="1968159"/>
            <a:chExt cx="279544" cy="358142"/>
          </a:xfrm>
        </p:grpSpPr>
        <p:sp>
          <p:nvSpPr>
            <p:cNvPr id="10635" name="Google Shape;10635;p62"/>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2"/>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2"/>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2"/>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2"/>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2"/>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1" name="Google Shape;10641;p62"/>
          <p:cNvGrpSpPr/>
          <p:nvPr/>
        </p:nvGrpSpPr>
        <p:grpSpPr>
          <a:xfrm>
            <a:off x="7147315" y="1793646"/>
            <a:ext cx="279513" cy="357636"/>
            <a:chOff x="7147315" y="1969046"/>
            <a:chExt cx="279513" cy="357636"/>
          </a:xfrm>
        </p:grpSpPr>
        <p:sp>
          <p:nvSpPr>
            <p:cNvPr id="10642" name="Google Shape;10642;p62"/>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2"/>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2"/>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2"/>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2"/>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2"/>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2"/>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9" name="Google Shape;10649;p62"/>
          <p:cNvGrpSpPr/>
          <p:nvPr/>
        </p:nvGrpSpPr>
        <p:grpSpPr>
          <a:xfrm>
            <a:off x="6697681" y="1792917"/>
            <a:ext cx="280305" cy="359093"/>
            <a:chOff x="6697681" y="1968317"/>
            <a:chExt cx="280305" cy="359093"/>
          </a:xfrm>
        </p:grpSpPr>
        <p:sp>
          <p:nvSpPr>
            <p:cNvPr id="10650" name="Google Shape;10650;p62"/>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2"/>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2"/>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2"/>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2"/>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2"/>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2"/>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7" name="Google Shape;10657;p62"/>
          <p:cNvGrpSpPr/>
          <p:nvPr/>
        </p:nvGrpSpPr>
        <p:grpSpPr>
          <a:xfrm>
            <a:off x="6248839" y="1792537"/>
            <a:ext cx="280273" cy="358744"/>
            <a:chOff x="6248839" y="1967937"/>
            <a:chExt cx="280273" cy="358744"/>
          </a:xfrm>
        </p:grpSpPr>
        <p:sp>
          <p:nvSpPr>
            <p:cNvPr id="10658" name="Google Shape;10658;p62"/>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2"/>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2"/>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2"/>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2"/>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2"/>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4" name="Google Shape;10664;p62"/>
          <p:cNvGrpSpPr/>
          <p:nvPr/>
        </p:nvGrpSpPr>
        <p:grpSpPr>
          <a:xfrm>
            <a:off x="5801485" y="1793646"/>
            <a:ext cx="279164" cy="357794"/>
            <a:chOff x="5801485" y="1969046"/>
            <a:chExt cx="279164" cy="357794"/>
          </a:xfrm>
        </p:grpSpPr>
        <p:sp>
          <p:nvSpPr>
            <p:cNvPr id="10665" name="Google Shape;10665;p62"/>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2"/>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2"/>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2"/>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2"/>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62"/>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62"/>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2"/>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2"/>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2"/>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2"/>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2"/>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2"/>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8" name="Google Shape;10678;p62"/>
          <p:cNvGrpSpPr/>
          <p:nvPr/>
        </p:nvGrpSpPr>
        <p:grpSpPr>
          <a:xfrm>
            <a:off x="5352643" y="1793646"/>
            <a:ext cx="278404" cy="358364"/>
            <a:chOff x="5352643" y="1969046"/>
            <a:chExt cx="278404" cy="358364"/>
          </a:xfrm>
        </p:grpSpPr>
        <p:sp>
          <p:nvSpPr>
            <p:cNvPr id="10679" name="Google Shape;10679;p62"/>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2"/>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2"/>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2"/>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3" name="Google Shape;10683;p62"/>
          <p:cNvGrpSpPr/>
          <p:nvPr/>
        </p:nvGrpSpPr>
        <p:grpSpPr>
          <a:xfrm>
            <a:off x="4897750" y="1792917"/>
            <a:ext cx="279132" cy="358364"/>
            <a:chOff x="4897750" y="1968317"/>
            <a:chExt cx="279132" cy="358364"/>
          </a:xfrm>
        </p:grpSpPr>
        <p:sp>
          <p:nvSpPr>
            <p:cNvPr id="10684" name="Google Shape;10684;p62"/>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2"/>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2"/>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2"/>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2"/>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2"/>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2"/>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2"/>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2"/>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2"/>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2"/>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2"/>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2"/>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97" name="Google Shape;10697;p62"/>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98" name="Google Shape;10698;p62"/>
          <p:cNvGrpSpPr/>
          <p:nvPr/>
        </p:nvGrpSpPr>
        <p:grpSpPr>
          <a:xfrm>
            <a:off x="1767449" y="1337644"/>
            <a:ext cx="324403" cy="347783"/>
            <a:chOff x="1767449" y="1513044"/>
            <a:chExt cx="324403" cy="347783"/>
          </a:xfrm>
        </p:grpSpPr>
        <p:sp>
          <p:nvSpPr>
            <p:cNvPr id="10699" name="Google Shape;10699;p62"/>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2"/>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62"/>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62"/>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2"/>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2"/>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2"/>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2"/>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2"/>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8" name="Google Shape;10708;p62"/>
          <p:cNvGrpSpPr/>
          <p:nvPr/>
        </p:nvGrpSpPr>
        <p:grpSpPr>
          <a:xfrm>
            <a:off x="4007193" y="1337327"/>
            <a:ext cx="320633" cy="348100"/>
            <a:chOff x="4007193" y="1512727"/>
            <a:chExt cx="320633" cy="348100"/>
          </a:xfrm>
        </p:grpSpPr>
        <p:sp>
          <p:nvSpPr>
            <p:cNvPr id="10709" name="Google Shape;10709;p62"/>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2"/>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2"/>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2"/>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2"/>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4" name="Google Shape;10714;p62"/>
          <p:cNvGrpSpPr/>
          <p:nvPr/>
        </p:nvGrpSpPr>
        <p:grpSpPr>
          <a:xfrm>
            <a:off x="3530425" y="1333347"/>
            <a:ext cx="368175" cy="344594"/>
            <a:chOff x="3530425" y="1508747"/>
            <a:chExt cx="368175" cy="344594"/>
          </a:xfrm>
        </p:grpSpPr>
        <p:sp>
          <p:nvSpPr>
            <p:cNvPr id="10715" name="Google Shape;10715;p62"/>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2"/>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2"/>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2"/>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9" name="Google Shape;10719;p62"/>
          <p:cNvGrpSpPr/>
          <p:nvPr/>
        </p:nvGrpSpPr>
        <p:grpSpPr>
          <a:xfrm>
            <a:off x="3127598" y="1337834"/>
            <a:ext cx="289714" cy="347593"/>
            <a:chOff x="3127598" y="1513234"/>
            <a:chExt cx="289714" cy="347593"/>
          </a:xfrm>
        </p:grpSpPr>
        <p:sp>
          <p:nvSpPr>
            <p:cNvPr id="10720" name="Google Shape;10720;p62"/>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2"/>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2"/>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2"/>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2"/>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5" name="Google Shape;10725;p62"/>
          <p:cNvGrpSpPr/>
          <p:nvPr/>
        </p:nvGrpSpPr>
        <p:grpSpPr>
          <a:xfrm>
            <a:off x="2662884" y="1337644"/>
            <a:ext cx="322914" cy="348543"/>
            <a:chOff x="2662884" y="1513044"/>
            <a:chExt cx="322914" cy="348543"/>
          </a:xfrm>
        </p:grpSpPr>
        <p:sp>
          <p:nvSpPr>
            <p:cNvPr id="10726" name="Google Shape;10726;p62"/>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2"/>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2"/>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2"/>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2"/>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2"/>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2"/>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2"/>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2"/>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2"/>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6" name="Google Shape;10736;p62"/>
          <p:cNvGrpSpPr/>
          <p:nvPr/>
        </p:nvGrpSpPr>
        <p:grpSpPr>
          <a:xfrm>
            <a:off x="2232511" y="1337359"/>
            <a:ext cx="299534" cy="348068"/>
            <a:chOff x="2232511" y="1512759"/>
            <a:chExt cx="299534" cy="348068"/>
          </a:xfrm>
        </p:grpSpPr>
        <p:sp>
          <p:nvSpPr>
            <p:cNvPr id="10737" name="Google Shape;10737;p62"/>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2"/>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2"/>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2"/>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2"/>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2"/>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2"/>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2"/>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62"/>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2"/>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2"/>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8" name="Google Shape;10748;p62"/>
          <p:cNvGrpSpPr/>
          <p:nvPr/>
        </p:nvGrpSpPr>
        <p:grpSpPr>
          <a:xfrm>
            <a:off x="1331406" y="1337961"/>
            <a:ext cx="301784" cy="348607"/>
            <a:chOff x="1331406" y="1513361"/>
            <a:chExt cx="301784" cy="348607"/>
          </a:xfrm>
        </p:grpSpPr>
        <p:sp>
          <p:nvSpPr>
            <p:cNvPr id="10749" name="Google Shape;10749;p62"/>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2"/>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2"/>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2"/>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3" name="Google Shape;10753;p62"/>
          <p:cNvGrpSpPr/>
          <p:nvPr/>
        </p:nvGrpSpPr>
        <p:grpSpPr>
          <a:xfrm>
            <a:off x="7144274" y="1324814"/>
            <a:ext cx="282174" cy="355735"/>
            <a:chOff x="7144274" y="1500214"/>
            <a:chExt cx="282174" cy="355735"/>
          </a:xfrm>
        </p:grpSpPr>
        <p:sp>
          <p:nvSpPr>
            <p:cNvPr id="10754" name="Google Shape;10754;p62"/>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2"/>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2"/>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62"/>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62"/>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2"/>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0" name="Google Shape;10760;p62"/>
          <p:cNvGrpSpPr/>
          <p:nvPr/>
        </p:nvGrpSpPr>
        <p:grpSpPr>
          <a:xfrm>
            <a:off x="6685262" y="1324814"/>
            <a:ext cx="289682" cy="354594"/>
            <a:chOff x="6685262" y="1500214"/>
            <a:chExt cx="289682" cy="354594"/>
          </a:xfrm>
        </p:grpSpPr>
        <p:sp>
          <p:nvSpPr>
            <p:cNvPr id="10761" name="Google Shape;10761;p62"/>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2"/>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2"/>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2"/>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5" name="Google Shape;10765;p62"/>
          <p:cNvGrpSpPr/>
          <p:nvPr/>
        </p:nvGrpSpPr>
        <p:grpSpPr>
          <a:xfrm>
            <a:off x="6200938" y="1325194"/>
            <a:ext cx="322154" cy="355355"/>
            <a:chOff x="6200938" y="1500594"/>
            <a:chExt cx="322154" cy="355355"/>
          </a:xfrm>
        </p:grpSpPr>
        <p:sp>
          <p:nvSpPr>
            <p:cNvPr id="10766" name="Google Shape;10766;p62"/>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2"/>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2"/>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2"/>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2"/>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1" name="Google Shape;10771;p62"/>
          <p:cNvGrpSpPr/>
          <p:nvPr/>
        </p:nvGrpSpPr>
        <p:grpSpPr>
          <a:xfrm>
            <a:off x="5289631" y="1324814"/>
            <a:ext cx="332355" cy="354974"/>
            <a:chOff x="5289631" y="1500214"/>
            <a:chExt cx="332355" cy="354974"/>
          </a:xfrm>
        </p:grpSpPr>
        <p:sp>
          <p:nvSpPr>
            <p:cNvPr id="10772" name="Google Shape;10772;p62"/>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2"/>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2"/>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2"/>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2"/>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62"/>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8" name="Google Shape;10778;p62"/>
          <p:cNvGrpSpPr/>
          <p:nvPr/>
        </p:nvGrpSpPr>
        <p:grpSpPr>
          <a:xfrm>
            <a:off x="5748295" y="1324433"/>
            <a:ext cx="323294" cy="356115"/>
            <a:chOff x="5748295" y="1499833"/>
            <a:chExt cx="323294" cy="356115"/>
          </a:xfrm>
        </p:grpSpPr>
        <p:sp>
          <p:nvSpPr>
            <p:cNvPr id="10779" name="Google Shape;10779;p62"/>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2"/>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2"/>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2"/>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2"/>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2"/>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2"/>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6" name="Google Shape;10786;p62"/>
          <p:cNvGrpSpPr/>
          <p:nvPr/>
        </p:nvGrpSpPr>
        <p:grpSpPr>
          <a:xfrm>
            <a:off x="8047661" y="1325637"/>
            <a:ext cx="278404" cy="355260"/>
            <a:chOff x="8047661" y="1501037"/>
            <a:chExt cx="278404" cy="355260"/>
          </a:xfrm>
        </p:grpSpPr>
        <p:sp>
          <p:nvSpPr>
            <p:cNvPr id="10787" name="Google Shape;10787;p62"/>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2"/>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2"/>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2"/>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1" name="Google Shape;10791;p62"/>
          <p:cNvGrpSpPr/>
          <p:nvPr/>
        </p:nvGrpSpPr>
        <p:grpSpPr>
          <a:xfrm>
            <a:off x="4903389" y="1324814"/>
            <a:ext cx="267854" cy="355735"/>
            <a:chOff x="4903389" y="1500214"/>
            <a:chExt cx="267854" cy="355735"/>
          </a:xfrm>
        </p:grpSpPr>
        <p:sp>
          <p:nvSpPr>
            <p:cNvPr id="10792" name="Google Shape;10792;p62"/>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2"/>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2"/>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2"/>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2"/>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7" name="Google Shape;10797;p62"/>
          <p:cNvGrpSpPr/>
          <p:nvPr/>
        </p:nvGrpSpPr>
        <p:grpSpPr>
          <a:xfrm>
            <a:off x="7613518" y="1325954"/>
            <a:ext cx="264433" cy="353074"/>
            <a:chOff x="7613518" y="1501354"/>
            <a:chExt cx="264433" cy="353074"/>
          </a:xfrm>
        </p:grpSpPr>
        <p:sp>
          <p:nvSpPr>
            <p:cNvPr id="10798" name="Google Shape;10798;p62"/>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2"/>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2"/>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2"/>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2"/>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2"/>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04" name="Google Shape;10804;p62"/>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0805" name="Google Shape;10805;p62"/>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09"/>
        <p:cNvGrpSpPr/>
        <p:nvPr/>
      </p:nvGrpSpPr>
      <p:grpSpPr>
        <a:xfrm>
          <a:off x="0" y="0"/>
          <a:ext cx="0" cy="0"/>
          <a:chOff x="0" y="0"/>
          <a:chExt cx="0" cy="0"/>
        </a:xfrm>
      </p:grpSpPr>
      <p:grpSp>
        <p:nvGrpSpPr>
          <p:cNvPr id="10810" name="Google Shape;10810;p63"/>
          <p:cNvGrpSpPr/>
          <p:nvPr/>
        </p:nvGrpSpPr>
        <p:grpSpPr>
          <a:xfrm>
            <a:off x="1757085" y="1325225"/>
            <a:ext cx="371069" cy="359396"/>
            <a:chOff x="1757085" y="1500675"/>
            <a:chExt cx="371069" cy="359396"/>
          </a:xfrm>
        </p:grpSpPr>
        <p:sp>
          <p:nvSpPr>
            <p:cNvPr id="10811" name="Google Shape;10811;p63"/>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3"/>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3"/>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3"/>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3"/>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3"/>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3"/>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3"/>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3"/>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3"/>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3"/>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3"/>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3"/>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63"/>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63"/>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3"/>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3"/>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3"/>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3"/>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3"/>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3"/>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3"/>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63"/>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63"/>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3"/>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0" name="Google Shape;10840;p63"/>
          <p:cNvGrpSpPr/>
          <p:nvPr/>
        </p:nvGrpSpPr>
        <p:grpSpPr>
          <a:xfrm>
            <a:off x="2774209" y="1779241"/>
            <a:ext cx="116693" cy="374186"/>
            <a:chOff x="2774209" y="1954691"/>
            <a:chExt cx="116693" cy="374186"/>
          </a:xfrm>
        </p:grpSpPr>
        <p:sp>
          <p:nvSpPr>
            <p:cNvPr id="10841" name="Google Shape;10841;p63"/>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3"/>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3" name="Google Shape;10843;p63"/>
          <p:cNvGrpSpPr/>
          <p:nvPr/>
        </p:nvGrpSpPr>
        <p:grpSpPr>
          <a:xfrm>
            <a:off x="4017435" y="1324462"/>
            <a:ext cx="315092" cy="359397"/>
            <a:chOff x="4017435" y="1499912"/>
            <a:chExt cx="315092" cy="359397"/>
          </a:xfrm>
        </p:grpSpPr>
        <p:sp>
          <p:nvSpPr>
            <p:cNvPr id="10844" name="Google Shape;10844;p63"/>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3"/>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6" name="Google Shape;10846;p63"/>
          <p:cNvGrpSpPr/>
          <p:nvPr/>
        </p:nvGrpSpPr>
        <p:grpSpPr>
          <a:xfrm>
            <a:off x="3963652" y="1824309"/>
            <a:ext cx="374154" cy="284050"/>
            <a:chOff x="3963652" y="1999759"/>
            <a:chExt cx="374154" cy="284050"/>
          </a:xfrm>
        </p:grpSpPr>
        <p:sp>
          <p:nvSpPr>
            <p:cNvPr id="10847" name="Google Shape;10847;p63"/>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3"/>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3"/>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0" name="Google Shape;10850;p63"/>
          <p:cNvGrpSpPr/>
          <p:nvPr/>
        </p:nvGrpSpPr>
        <p:grpSpPr>
          <a:xfrm>
            <a:off x="1777536" y="1839416"/>
            <a:ext cx="376444" cy="253772"/>
            <a:chOff x="1777536" y="2014866"/>
            <a:chExt cx="376444" cy="253772"/>
          </a:xfrm>
        </p:grpSpPr>
        <p:sp>
          <p:nvSpPr>
            <p:cNvPr id="10851" name="Google Shape;10851;p63"/>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3"/>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3"/>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63"/>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63"/>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6" name="Google Shape;10856;p63"/>
          <p:cNvGrpSpPr/>
          <p:nvPr/>
        </p:nvGrpSpPr>
        <p:grpSpPr>
          <a:xfrm>
            <a:off x="1309875" y="1881876"/>
            <a:ext cx="374154" cy="169680"/>
            <a:chOff x="1309875" y="2057326"/>
            <a:chExt cx="374154" cy="169680"/>
          </a:xfrm>
        </p:grpSpPr>
        <p:sp>
          <p:nvSpPr>
            <p:cNvPr id="10857" name="Google Shape;10857;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3"/>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3"/>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3"/>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3"/>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63"/>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63"/>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8" name="Google Shape;10868;p63"/>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9" name="Google Shape;10869;p63"/>
          <p:cNvGrpSpPr/>
          <p:nvPr/>
        </p:nvGrpSpPr>
        <p:grpSpPr>
          <a:xfrm>
            <a:off x="2347450" y="1779114"/>
            <a:ext cx="113639" cy="373168"/>
            <a:chOff x="2347450" y="1954564"/>
            <a:chExt cx="113639" cy="373168"/>
          </a:xfrm>
        </p:grpSpPr>
        <p:sp>
          <p:nvSpPr>
            <p:cNvPr id="10870" name="Google Shape;10870;p63"/>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63"/>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72" name="Google Shape;10872;p63"/>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73" name="Google Shape;10873;p63"/>
          <p:cNvGrpSpPr/>
          <p:nvPr/>
        </p:nvGrpSpPr>
        <p:grpSpPr>
          <a:xfrm>
            <a:off x="3110102" y="1324430"/>
            <a:ext cx="330613" cy="358379"/>
            <a:chOff x="3110102" y="1499880"/>
            <a:chExt cx="330613" cy="358379"/>
          </a:xfrm>
        </p:grpSpPr>
        <p:sp>
          <p:nvSpPr>
            <p:cNvPr id="10874" name="Google Shape;10874;p63"/>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81" name="Google Shape;10881;p63"/>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2" name="Google Shape;10882;p63"/>
          <p:cNvGrpSpPr/>
          <p:nvPr/>
        </p:nvGrpSpPr>
        <p:grpSpPr>
          <a:xfrm>
            <a:off x="3485575" y="1824309"/>
            <a:ext cx="373772" cy="284050"/>
            <a:chOff x="3531200" y="1999759"/>
            <a:chExt cx="373772" cy="284050"/>
          </a:xfrm>
        </p:grpSpPr>
        <p:sp>
          <p:nvSpPr>
            <p:cNvPr id="10883" name="Google Shape;10883;p63"/>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7" name="Google Shape;10887;p63"/>
          <p:cNvGrpSpPr/>
          <p:nvPr/>
        </p:nvGrpSpPr>
        <p:grpSpPr>
          <a:xfrm>
            <a:off x="2667058" y="1324843"/>
            <a:ext cx="330231" cy="359015"/>
            <a:chOff x="2667058" y="1500293"/>
            <a:chExt cx="330231" cy="359015"/>
          </a:xfrm>
        </p:grpSpPr>
        <p:sp>
          <p:nvSpPr>
            <p:cNvPr id="10888" name="Google Shape;10888;p63"/>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63"/>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3"/>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3"/>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3"/>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3"/>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3"/>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6" name="Google Shape;10906;p63"/>
          <p:cNvGrpSpPr/>
          <p:nvPr/>
        </p:nvGrpSpPr>
        <p:grpSpPr>
          <a:xfrm>
            <a:off x="3567553" y="1324462"/>
            <a:ext cx="320022" cy="359778"/>
            <a:chOff x="3567553" y="1499912"/>
            <a:chExt cx="320022" cy="359778"/>
          </a:xfrm>
        </p:grpSpPr>
        <p:sp>
          <p:nvSpPr>
            <p:cNvPr id="10907" name="Google Shape;10907;p63"/>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3"/>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3"/>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3" name="Google Shape;10913;p63"/>
          <p:cNvGrpSpPr/>
          <p:nvPr/>
        </p:nvGrpSpPr>
        <p:grpSpPr>
          <a:xfrm>
            <a:off x="1309875" y="1324462"/>
            <a:ext cx="359015" cy="358633"/>
            <a:chOff x="1309875" y="1499912"/>
            <a:chExt cx="359015" cy="358633"/>
          </a:xfrm>
        </p:grpSpPr>
        <p:sp>
          <p:nvSpPr>
            <p:cNvPr id="10914" name="Google Shape;10914;p63"/>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63"/>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63"/>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3"/>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3"/>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3" name="Google Shape;10923;p63"/>
          <p:cNvGrpSpPr/>
          <p:nvPr/>
        </p:nvGrpSpPr>
        <p:grpSpPr>
          <a:xfrm>
            <a:off x="2219466" y="1324843"/>
            <a:ext cx="330613" cy="359015"/>
            <a:chOff x="2219466" y="1500293"/>
            <a:chExt cx="330613" cy="359015"/>
          </a:xfrm>
        </p:grpSpPr>
        <p:sp>
          <p:nvSpPr>
            <p:cNvPr id="10924" name="Google Shape;10924;p63"/>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6" name="Google Shape;10926;p63"/>
          <p:cNvGrpSpPr/>
          <p:nvPr/>
        </p:nvGrpSpPr>
        <p:grpSpPr>
          <a:xfrm>
            <a:off x="5343544" y="1333908"/>
            <a:ext cx="244676" cy="351095"/>
            <a:chOff x="5343544" y="1509358"/>
            <a:chExt cx="244676" cy="351095"/>
          </a:xfrm>
        </p:grpSpPr>
        <p:sp>
          <p:nvSpPr>
            <p:cNvPr id="10927" name="Google Shape;10927;p63"/>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0" name="Google Shape;10930;p63"/>
          <p:cNvGrpSpPr/>
          <p:nvPr/>
        </p:nvGrpSpPr>
        <p:grpSpPr>
          <a:xfrm>
            <a:off x="4882340" y="1333908"/>
            <a:ext cx="246171" cy="351095"/>
            <a:chOff x="4882340" y="1509358"/>
            <a:chExt cx="246171" cy="351095"/>
          </a:xfrm>
        </p:grpSpPr>
        <p:sp>
          <p:nvSpPr>
            <p:cNvPr id="10931" name="Google Shape;10931;p63"/>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63"/>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3"/>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6" name="Google Shape;10936;p63"/>
          <p:cNvGrpSpPr/>
          <p:nvPr/>
        </p:nvGrpSpPr>
        <p:grpSpPr>
          <a:xfrm>
            <a:off x="6273204" y="1333558"/>
            <a:ext cx="236343" cy="351445"/>
            <a:chOff x="6273204" y="1509008"/>
            <a:chExt cx="236343" cy="351445"/>
          </a:xfrm>
        </p:grpSpPr>
        <p:sp>
          <p:nvSpPr>
            <p:cNvPr id="10937" name="Google Shape;10937;p63"/>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3"/>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39" name="Google Shape;10939;p63"/>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0" name="Google Shape;10940;p63"/>
          <p:cNvGrpSpPr/>
          <p:nvPr/>
        </p:nvGrpSpPr>
        <p:grpSpPr>
          <a:xfrm>
            <a:off x="7219530" y="1332794"/>
            <a:ext cx="191625" cy="352209"/>
            <a:chOff x="7219530" y="1508244"/>
            <a:chExt cx="191625" cy="352209"/>
          </a:xfrm>
        </p:grpSpPr>
        <p:sp>
          <p:nvSpPr>
            <p:cNvPr id="10941" name="Google Shape;10941;p63"/>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63"/>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3" name="Google Shape;10943;p63"/>
          <p:cNvGrpSpPr/>
          <p:nvPr/>
        </p:nvGrpSpPr>
        <p:grpSpPr>
          <a:xfrm>
            <a:off x="7699309" y="1333176"/>
            <a:ext cx="154922" cy="351827"/>
            <a:chOff x="7699309" y="1508626"/>
            <a:chExt cx="154922" cy="351827"/>
          </a:xfrm>
        </p:grpSpPr>
        <p:sp>
          <p:nvSpPr>
            <p:cNvPr id="10944" name="Google Shape;10944;p63"/>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3"/>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3"/>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3"/>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1" name="Google Shape;10951;p63"/>
          <p:cNvGrpSpPr/>
          <p:nvPr/>
        </p:nvGrpSpPr>
        <p:grpSpPr>
          <a:xfrm>
            <a:off x="8161690" y="1333558"/>
            <a:ext cx="153396" cy="351064"/>
            <a:chOff x="8161690" y="1509008"/>
            <a:chExt cx="153396" cy="351064"/>
          </a:xfrm>
        </p:grpSpPr>
        <p:sp>
          <p:nvSpPr>
            <p:cNvPr id="10952" name="Google Shape;10952;p63"/>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3"/>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6" name="Google Shape;10956;p63"/>
          <p:cNvGrpSpPr/>
          <p:nvPr/>
        </p:nvGrpSpPr>
        <p:grpSpPr>
          <a:xfrm>
            <a:off x="6746940" y="1333431"/>
            <a:ext cx="213221" cy="352304"/>
            <a:chOff x="6746940" y="1508881"/>
            <a:chExt cx="213221" cy="352304"/>
          </a:xfrm>
        </p:grpSpPr>
        <p:sp>
          <p:nvSpPr>
            <p:cNvPr id="10957" name="Google Shape;10957;p63"/>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63"/>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63"/>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1" name="Google Shape;10961;p63"/>
          <p:cNvGrpSpPr/>
          <p:nvPr/>
        </p:nvGrpSpPr>
        <p:grpSpPr>
          <a:xfrm>
            <a:off x="5770336" y="1832165"/>
            <a:ext cx="350682" cy="292097"/>
            <a:chOff x="5770336" y="2007615"/>
            <a:chExt cx="350682" cy="292097"/>
          </a:xfrm>
        </p:grpSpPr>
        <p:sp>
          <p:nvSpPr>
            <p:cNvPr id="10962" name="Google Shape;10962;p63"/>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3"/>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6" name="Google Shape;10966;p63"/>
          <p:cNvGrpSpPr/>
          <p:nvPr/>
        </p:nvGrpSpPr>
        <p:grpSpPr>
          <a:xfrm>
            <a:off x="5326878" y="1804908"/>
            <a:ext cx="350332" cy="346229"/>
            <a:chOff x="5326878" y="1980358"/>
            <a:chExt cx="350332" cy="346229"/>
          </a:xfrm>
        </p:grpSpPr>
        <p:sp>
          <p:nvSpPr>
            <p:cNvPr id="10967" name="Google Shape;10967;p63"/>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3"/>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71" name="Google Shape;10971;p63"/>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72" name="Google Shape;10972;p63"/>
          <p:cNvGrpSpPr/>
          <p:nvPr/>
        </p:nvGrpSpPr>
        <p:grpSpPr>
          <a:xfrm>
            <a:off x="4883835" y="1817121"/>
            <a:ext cx="350300" cy="323043"/>
            <a:chOff x="4883835" y="1992571"/>
            <a:chExt cx="350300" cy="323043"/>
          </a:xfrm>
        </p:grpSpPr>
        <p:sp>
          <p:nvSpPr>
            <p:cNvPr id="10973" name="Google Shape;10973;p63"/>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3"/>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3"/>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9" name="Google Shape;10979;p63"/>
          <p:cNvGrpSpPr/>
          <p:nvPr/>
        </p:nvGrpSpPr>
        <p:grpSpPr>
          <a:xfrm>
            <a:off x="7548967" y="1803477"/>
            <a:ext cx="333285" cy="349950"/>
            <a:chOff x="7548967" y="1978927"/>
            <a:chExt cx="333285" cy="349950"/>
          </a:xfrm>
        </p:grpSpPr>
        <p:sp>
          <p:nvSpPr>
            <p:cNvPr id="10980" name="Google Shape;10980;p63"/>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63"/>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63"/>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7" name="Google Shape;10987;p63"/>
          <p:cNvGrpSpPr/>
          <p:nvPr/>
        </p:nvGrpSpPr>
        <p:grpSpPr>
          <a:xfrm>
            <a:off x="6214142" y="1803477"/>
            <a:ext cx="346515" cy="350300"/>
            <a:chOff x="6214142" y="1978927"/>
            <a:chExt cx="346515" cy="350300"/>
          </a:xfrm>
        </p:grpSpPr>
        <p:sp>
          <p:nvSpPr>
            <p:cNvPr id="10988" name="Google Shape;10988;p63"/>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3"/>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63"/>
          <p:cNvGrpSpPr/>
          <p:nvPr/>
        </p:nvGrpSpPr>
        <p:grpSpPr>
          <a:xfrm>
            <a:off x="7105923" y="1803095"/>
            <a:ext cx="333285" cy="350682"/>
            <a:chOff x="7105923" y="1978545"/>
            <a:chExt cx="333285" cy="350682"/>
          </a:xfrm>
        </p:grpSpPr>
        <p:sp>
          <p:nvSpPr>
            <p:cNvPr id="10991" name="Google Shape;10991;p63"/>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3"/>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3"/>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3"/>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3"/>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3"/>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3"/>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8" name="Google Shape;10998;p63"/>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3"/>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00" name="Google Shape;11000;p63"/>
          <p:cNvGrpSpPr/>
          <p:nvPr/>
        </p:nvGrpSpPr>
        <p:grpSpPr>
          <a:xfrm>
            <a:off x="3616406" y="2246902"/>
            <a:ext cx="203393" cy="351827"/>
            <a:chOff x="3616406" y="2422352"/>
            <a:chExt cx="203393" cy="351827"/>
          </a:xfrm>
        </p:grpSpPr>
        <p:sp>
          <p:nvSpPr>
            <p:cNvPr id="11001" name="Google Shape;11001;p63"/>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3"/>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3" name="Google Shape;11003;p63"/>
          <p:cNvGrpSpPr/>
          <p:nvPr/>
        </p:nvGrpSpPr>
        <p:grpSpPr>
          <a:xfrm>
            <a:off x="878187" y="2246520"/>
            <a:ext cx="272696" cy="351827"/>
            <a:chOff x="913012" y="2421970"/>
            <a:chExt cx="272696" cy="351827"/>
          </a:xfrm>
        </p:grpSpPr>
        <p:sp>
          <p:nvSpPr>
            <p:cNvPr id="11004" name="Google Shape;11004;p63"/>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63"/>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3"/>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3"/>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8" name="Google Shape;11008;p63"/>
          <p:cNvGrpSpPr/>
          <p:nvPr/>
        </p:nvGrpSpPr>
        <p:grpSpPr>
          <a:xfrm>
            <a:off x="2274743" y="2246902"/>
            <a:ext cx="255649" cy="351445"/>
            <a:chOff x="2274743" y="2422352"/>
            <a:chExt cx="255649" cy="351445"/>
          </a:xfrm>
        </p:grpSpPr>
        <p:sp>
          <p:nvSpPr>
            <p:cNvPr id="11009" name="Google Shape;11009;p63"/>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3"/>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3"/>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2" name="Google Shape;11012;p63"/>
          <p:cNvGrpSpPr/>
          <p:nvPr/>
        </p:nvGrpSpPr>
        <p:grpSpPr>
          <a:xfrm>
            <a:off x="2708723" y="2245789"/>
            <a:ext cx="246552" cy="352558"/>
            <a:chOff x="2708723" y="2421239"/>
            <a:chExt cx="246552" cy="352558"/>
          </a:xfrm>
        </p:grpSpPr>
        <p:sp>
          <p:nvSpPr>
            <p:cNvPr id="11013" name="Google Shape;11013;p63"/>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3"/>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5" name="Google Shape;11015;p63"/>
          <p:cNvGrpSpPr/>
          <p:nvPr/>
        </p:nvGrpSpPr>
        <p:grpSpPr>
          <a:xfrm>
            <a:off x="1835485" y="2246902"/>
            <a:ext cx="259433" cy="350714"/>
            <a:chOff x="1835485" y="2422352"/>
            <a:chExt cx="259433" cy="350714"/>
          </a:xfrm>
        </p:grpSpPr>
        <p:sp>
          <p:nvSpPr>
            <p:cNvPr id="11016" name="Google Shape;11016;p63"/>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3"/>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3"/>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3"/>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3"/>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3"/>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3"/>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3" name="Google Shape;11023;p63"/>
          <p:cNvGrpSpPr/>
          <p:nvPr/>
        </p:nvGrpSpPr>
        <p:grpSpPr>
          <a:xfrm>
            <a:off x="3150240" y="2246902"/>
            <a:ext cx="212489" cy="351445"/>
            <a:chOff x="3150240" y="2422352"/>
            <a:chExt cx="212489" cy="351445"/>
          </a:xfrm>
        </p:grpSpPr>
        <p:sp>
          <p:nvSpPr>
            <p:cNvPr id="11024" name="Google Shape;11024;p63"/>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3"/>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6" name="Google Shape;11026;p63"/>
          <p:cNvGrpSpPr/>
          <p:nvPr/>
        </p:nvGrpSpPr>
        <p:grpSpPr>
          <a:xfrm>
            <a:off x="1367060" y="2246679"/>
            <a:ext cx="269261" cy="352050"/>
            <a:chOff x="1367060" y="2422129"/>
            <a:chExt cx="269261" cy="352050"/>
          </a:xfrm>
        </p:grpSpPr>
        <p:sp>
          <p:nvSpPr>
            <p:cNvPr id="11027" name="Google Shape;11027;p63"/>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3"/>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63"/>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63"/>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3"/>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3"/>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3"/>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63"/>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63"/>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3"/>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3"/>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3"/>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3"/>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3"/>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1" name="Google Shape;11041;p63"/>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42" name="Google Shape;11042;p63"/>
          <p:cNvGrpSpPr/>
          <p:nvPr/>
        </p:nvGrpSpPr>
        <p:grpSpPr>
          <a:xfrm>
            <a:off x="4882690" y="2249955"/>
            <a:ext cx="274573" cy="350682"/>
            <a:chOff x="4882690" y="2425405"/>
            <a:chExt cx="274573" cy="350682"/>
          </a:xfrm>
        </p:grpSpPr>
        <p:sp>
          <p:nvSpPr>
            <p:cNvPr id="11043" name="Google Shape;11043;p63"/>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3"/>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5" name="Google Shape;11045;p63"/>
          <p:cNvGrpSpPr/>
          <p:nvPr/>
        </p:nvGrpSpPr>
        <p:grpSpPr>
          <a:xfrm>
            <a:off x="6627639" y="2268434"/>
            <a:ext cx="355993" cy="313247"/>
            <a:chOff x="6627639" y="2443884"/>
            <a:chExt cx="355993" cy="313247"/>
          </a:xfrm>
        </p:grpSpPr>
        <p:sp>
          <p:nvSpPr>
            <p:cNvPr id="11046" name="Google Shape;11046;p63"/>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3"/>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3"/>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9" name="Google Shape;11049;p63"/>
          <p:cNvGrpSpPr/>
          <p:nvPr/>
        </p:nvGrpSpPr>
        <p:grpSpPr>
          <a:xfrm>
            <a:off x="6183451" y="2286690"/>
            <a:ext cx="351445" cy="277976"/>
            <a:chOff x="6183451" y="2462140"/>
            <a:chExt cx="351445" cy="277976"/>
          </a:xfrm>
        </p:grpSpPr>
        <p:sp>
          <p:nvSpPr>
            <p:cNvPr id="11050" name="Google Shape;11050;p63"/>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3"/>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3"/>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3"/>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63"/>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3"/>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3"/>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63"/>
          <p:cNvGrpSpPr/>
          <p:nvPr/>
        </p:nvGrpSpPr>
        <p:grpSpPr>
          <a:xfrm>
            <a:off x="5735477" y="2254408"/>
            <a:ext cx="353354" cy="341299"/>
            <a:chOff x="5735477" y="2429858"/>
            <a:chExt cx="353354" cy="341299"/>
          </a:xfrm>
        </p:grpSpPr>
        <p:sp>
          <p:nvSpPr>
            <p:cNvPr id="11058" name="Google Shape;11058;p63"/>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3"/>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3"/>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3"/>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3"/>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3"/>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4" name="Google Shape;11064;p63"/>
          <p:cNvGrpSpPr/>
          <p:nvPr/>
        </p:nvGrpSpPr>
        <p:grpSpPr>
          <a:xfrm>
            <a:off x="5243735" y="2271523"/>
            <a:ext cx="405255" cy="275499"/>
            <a:chOff x="5283337" y="2478774"/>
            <a:chExt cx="358633" cy="243913"/>
          </a:xfrm>
        </p:grpSpPr>
        <p:sp>
          <p:nvSpPr>
            <p:cNvPr id="11065" name="Google Shape;11065;p63"/>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3"/>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3"/>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3"/>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3"/>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3"/>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3"/>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3"/>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3"/>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3"/>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3"/>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3"/>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3"/>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3"/>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63"/>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63"/>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3"/>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2" name="Google Shape;11082;p63"/>
          <p:cNvGrpSpPr/>
          <p:nvPr/>
        </p:nvGrpSpPr>
        <p:grpSpPr>
          <a:xfrm>
            <a:off x="7964753" y="2295373"/>
            <a:ext cx="362068" cy="258670"/>
            <a:chOff x="7964753" y="2470823"/>
            <a:chExt cx="362068" cy="258670"/>
          </a:xfrm>
        </p:grpSpPr>
        <p:sp>
          <p:nvSpPr>
            <p:cNvPr id="11083" name="Google Shape;11083;p63"/>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3"/>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3"/>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3"/>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3"/>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3"/>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3"/>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3"/>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63"/>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2" name="Google Shape;11092;p63"/>
          <p:cNvGrpSpPr/>
          <p:nvPr/>
        </p:nvGrpSpPr>
        <p:grpSpPr>
          <a:xfrm>
            <a:off x="7524349" y="2280997"/>
            <a:ext cx="350332" cy="288948"/>
            <a:chOff x="7524349" y="2456447"/>
            <a:chExt cx="350332" cy="288948"/>
          </a:xfrm>
        </p:grpSpPr>
        <p:sp>
          <p:nvSpPr>
            <p:cNvPr id="11093" name="Google Shape;11093;p63"/>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3"/>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3"/>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3"/>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3"/>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8" name="Google Shape;11098;p63"/>
          <p:cNvGrpSpPr/>
          <p:nvPr/>
        </p:nvGrpSpPr>
        <p:grpSpPr>
          <a:xfrm>
            <a:off x="3972749" y="2719143"/>
            <a:ext cx="355230" cy="356725"/>
            <a:chOff x="3972749" y="2894211"/>
            <a:chExt cx="355230" cy="356725"/>
          </a:xfrm>
        </p:grpSpPr>
        <p:sp>
          <p:nvSpPr>
            <p:cNvPr id="11099" name="Google Shape;11099;p63"/>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3"/>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63"/>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63"/>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3"/>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4" name="Google Shape;11104;p63"/>
          <p:cNvGrpSpPr/>
          <p:nvPr/>
        </p:nvGrpSpPr>
        <p:grpSpPr>
          <a:xfrm>
            <a:off x="3527797" y="2743553"/>
            <a:ext cx="355993" cy="307904"/>
            <a:chOff x="3527797" y="2918796"/>
            <a:chExt cx="355993" cy="307904"/>
          </a:xfrm>
        </p:grpSpPr>
        <p:sp>
          <p:nvSpPr>
            <p:cNvPr id="11105" name="Google Shape;11105;p63"/>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3"/>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3"/>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3"/>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3"/>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3"/>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63"/>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63"/>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3"/>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3"/>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5" name="Google Shape;11115;p63"/>
          <p:cNvGrpSpPr/>
          <p:nvPr/>
        </p:nvGrpSpPr>
        <p:grpSpPr>
          <a:xfrm>
            <a:off x="3082845" y="2746336"/>
            <a:ext cx="356375" cy="302338"/>
            <a:chOff x="3082845" y="2920959"/>
            <a:chExt cx="356375" cy="302338"/>
          </a:xfrm>
        </p:grpSpPr>
        <p:sp>
          <p:nvSpPr>
            <p:cNvPr id="11116" name="Google Shape;11116;p63"/>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3"/>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8" name="Google Shape;11118;p63"/>
          <p:cNvGrpSpPr/>
          <p:nvPr/>
        </p:nvGrpSpPr>
        <p:grpSpPr>
          <a:xfrm>
            <a:off x="2639038" y="2719699"/>
            <a:ext cx="355612" cy="355612"/>
            <a:chOff x="2639038" y="2894942"/>
            <a:chExt cx="355612" cy="355612"/>
          </a:xfrm>
        </p:grpSpPr>
        <p:sp>
          <p:nvSpPr>
            <p:cNvPr id="11119" name="Google Shape;11119;p63"/>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3"/>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1" name="Google Shape;11121;p63"/>
          <p:cNvGrpSpPr/>
          <p:nvPr/>
        </p:nvGrpSpPr>
        <p:grpSpPr>
          <a:xfrm>
            <a:off x="2194468" y="2763622"/>
            <a:ext cx="355993" cy="267766"/>
            <a:chOff x="2194468" y="2938865"/>
            <a:chExt cx="355993" cy="267766"/>
          </a:xfrm>
        </p:grpSpPr>
        <p:sp>
          <p:nvSpPr>
            <p:cNvPr id="11122" name="Google Shape;11122;p63"/>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3"/>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63"/>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63"/>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3"/>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3"/>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3"/>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3"/>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3"/>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3"/>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3"/>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3"/>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3"/>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3"/>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3"/>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3"/>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63"/>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63"/>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3"/>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3"/>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2" name="Google Shape;11142;p63"/>
          <p:cNvGrpSpPr/>
          <p:nvPr/>
        </p:nvGrpSpPr>
        <p:grpSpPr>
          <a:xfrm>
            <a:off x="1749897" y="2719699"/>
            <a:ext cx="355993" cy="355612"/>
            <a:chOff x="1749897" y="2894561"/>
            <a:chExt cx="355993" cy="355612"/>
          </a:xfrm>
        </p:grpSpPr>
        <p:sp>
          <p:nvSpPr>
            <p:cNvPr id="11143" name="Google Shape;11143;p63"/>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3"/>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3"/>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3"/>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3"/>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3"/>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3"/>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3"/>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3"/>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3"/>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3"/>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4" name="Google Shape;11154;p63"/>
          <p:cNvGrpSpPr/>
          <p:nvPr/>
        </p:nvGrpSpPr>
        <p:grpSpPr>
          <a:xfrm>
            <a:off x="1305327" y="2718761"/>
            <a:ext cx="357520" cy="357488"/>
            <a:chOff x="1305327" y="2894211"/>
            <a:chExt cx="357520" cy="357488"/>
          </a:xfrm>
        </p:grpSpPr>
        <p:sp>
          <p:nvSpPr>
            <p:cNvPr id="11155" name="Google Shape;11155;p63"/>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63"/>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3"/>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3"/>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3"/>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0" name="Google Shape;11160;p63"/>
          <p:cNvGrpSpPr/>
          <p:nvPr/>
        </p:nvGrpSpPr>
        <p:grpSpPr>
          <a:xfrm>
            <a:off x="853950" y="2720860"/>
            <a:ext cx="364104" cy="353290"/>
            <a:chOff x="853950" y="2894720"/>
            <a:chExt cx="364104" cy="353290"/>
          </a:xfrm>
        </p:grpSpPr>
        <p:sp>
          <p:nvSpPr>
            <p:cNvPr id="11161" name="Google Shape;11161;p63"/>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3"/>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63"/>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3"/>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3"/>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3"/>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3"/>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8" name="Google Shape;11168;p63"/>
          <p:cNvGrpSpPr/>
          <p:nvPr/>
        </p:nvGrpSpPr>
        <p:grpSpPr>
          <a:xfrm>
            <a:off x="7066548" y="2737144"/>
            <a:ext cx="352209" cy="334938"/>
            <a:chOff x="7066548" y="2912594"/>
            <a:chExt cx="352209" cy="334938"/>
          </a:xfrm>
        </p:grpSpPr>
        <p:sp>
          <p:nvSpPr>
            <p:cNvPr id="11169" name="Google Shape;11169;p63"/>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3"/>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3"/>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3"/>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3"/>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63"/>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75" name="Google Shape;11175;p63"/>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3"/>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77" name="Google Shape;11177;p63"/>
          <p:cNvGrpSpPr/>
          <p:nvPr/>
        </p:nvGrpSpPr>
        <p:grpSpPr>
          <a:xfrm>
            <a:off x="7541397" y="2729352"/>
            <a:ext cx="318495" cy="352209"/>
            <a:chOff x="7541397" y="2904802"/>
            <a:chExt cx="318495" cy="352209"/>
          </a:xfrm>
        </p:grpSpPr>
        <p:sp>
          <p:nvSpPr>
            <p:cNvPr id="11178" name="Google Shape;11178;p63"/>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3"/>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0" name="Google Shape;11180;p63"/>
          <p:cNvGrpSpPr/>
          <p:nvPr/>
        </p:nvGrpSpPr>
        <p:grpSpPr>
          <a:xfrm>
            <a:off x="8003015" y="2728589"/>
            <a:ext cx="306759" cy="351445"/>
            <a:chOff x="8003015" y="2904039"/>
            <a:chExt cx="306759" cy="351445"/>
          </a:xfrm>
        </p:grpSpPr>
        <p:sp>
          <p:nvSpPr>
            <p:cNvPr id="11181" name="Google Shape;11181;p63"/>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3"/>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3"/>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3"/>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3"/>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63"/>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63"/>
          <p:cNvGrpSpPr/>
          <p:nvPr/>
        </p:nvGrpSpPr>
        <p:grpSpPr>
          <a:xfrm>
            <a:off x="5687770" y="2710046"/>
            <a:ext cx="369638" cy="369606"/>
            <a:chOff x="5687770" y="2885496"/>
            <a:chExt cx="369638" cy="369606"/>
          </a:xfrm>
        </p:grpSpPr>
        <p:sp>
          <p:nvSpPr>
            <p:cNvPr id="11188" name="Google Shape;11188;p63"/>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3"/>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3"/>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3"/>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3"/>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63"/>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3"/>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3"/>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3"/>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3"/>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3"/>
          <p:cNvGrpSpPr/>
          <p:nvPr/>
        </p:nvGrpSpPr>
        <p:grpSpPr>
          <a:xfrm>
            <a:off x="4881958" y="2729352"/>
            <a:ext cx="156417" cy="349537"/>
            <a:chOff x="4881958" y="2904802"/>
            <a:chExt cx="156417" cy="349537"/>
          </a:xfrm>
        </p:grpSpPr>
        <p:sp>
          <p:nvSpPr>
            <p:cNvPr id="11199" name="Google Shape;11199;p63"/>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3"/>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3"/>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3"/>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3"/>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3"/>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3"/>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6" name="Google Shape;11206;p63"/>
          <p:cNvGrpSpPr/>
          <p:nvPr/>
        </p:nvGrpSpPr>
        <p:grpSpPr>
          <a:xfrm>
            <a:off x="5230318" y="2711064"/>
            <a:ext cx="371133" cy="367443"/>
            <a:chOff x="5230318" y="2886514"/>
            <a:chExt cx="371133" cy="367443"/>
          </a:xfrm>
        </p:grpSpPr>
        <p:sp>
          <p:nvSpPr>
            <p:cNvPr id="11207" name="Google Shape;11207;p63"/>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3"/>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3"/>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3"/>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63"/>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3"/>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3"/>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3"/>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3"/>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6" name="Google Shape;11216;p63"/>
          <p:cNvGrpSpPr/>
          <p:nvPr/>
        </p:nvGrpSpPr>
        <p:grpSpPr>
          <a:xfrm>
            <a:off x="5748358" y="3259128"/>
            <a:ext cx="352590" cy="182561"/>
            <a:chOff x="5748358" y="3434578"/>
            <a:chExt cx="352590" cy="182561"/>
          </a:xfrm>
        </p:grpSpPr>
        <p:sp>
          <p:nvSpPr>
            <p:cNvPr id="11217" name="Google Shape;11217;p63"/>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3"/>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3"/>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3"/>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3"/>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3"/>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63"/>
          <p:cNvGrpSpPr/>
          <p:nvPr/>
        </p:nvGrpSpPr>
        <p:grpSpPr>
          <a:xfrm>
            <a:off x="862283" y="4099321"/>
            <a:ext cx="341204" cy="359301"/>
            <a:chOff x="862283" y="4274771"/>
            <a:chExt cx="341204" cy="359301"/>
          </a:xfrm>
        </p:grpSpPr>
        <p:sp>
          <p:nvSpPr>
            <p:cNvPr id="11224" name="Google Shape;11224;p63"/>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3"/>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63"/>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7" name="Google Shape;11227;p63"/>
          <p:cNvGrpSpPr/>
          <p:nvPr/>
        </p:nvGrpSpPr>
        <p:grpSpPr>
          <a:xfrm>
            <a:off x="1396957" y="4111915"/>
            <a:ext cx="301861" cy="332871"/>
            <a:chOff x="1396957" y="4287365"/>
            <a:chExt cx="301861" cy="332871"/>
          </a:xfrm>
        </p:grpSpPr>
        <p:sp>
          <p:nvSpPr>
            <p:cNvPr id="11228" name="Google Shape;11228;p63"/>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3"/>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3"/>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3"/>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3"/>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3"/>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3"/>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3"/>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3"/>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3"/>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3"/>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3"/>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3"/>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3"/>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3"/>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3" name="Google Shape;11243;p63"/>
          <p:cNvGrpSpPr/>
          <p:nvPr/>
        </p:nvGrpSpPr>
        <p:grpSpPr>
          <a:xfrm>
            <a:off x="1865381" y="4102056"/>
            <a:ext cx="396131" cy="355612"/>
            <a:chOff x="1865381" y="4277506"/>
            <a:chExt cx="396131" cy="355612"/>
          </a:xfrm>
        </p:grpSpPr>
        <p:sp>
          <p:nvSpPr>
            <p:cNvPr id="11244" name="Google Shape;11244;p63"/>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3"/>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3"/>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3"/>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3"/>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3"/>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63"/>
          <p:cNvGrpSpPr/>
          <p:nvPr/>
        </p:nvGrpSpPr>
        <p:grpSpPr>
          <a:xfrm>
            <a:off x="2411823" y="4128549"/>
            <a:ext cx="334398" cy="299953"/>
            <a:chOff x="2411823" y="4303999"/>
            <a:chExt cx="334398" cy="299953"/>
          </a:xfrm>
        </p:grpSpPr>
        <p:sp>
          <p:nvSpPr>
            <p:cNvPr id="11251" name="Google Shape;11251;p63"/>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3"/>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3"/>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3"/>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3"/>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3"/>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3"/>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8" name="Google Shape;11258;p63"/>
          <p:cNvGrpSpPr/>
          <p:nvPr/>
        </p:nvGrpSpPr>
        <p:grpSpPr>
          <a:xfrm>
            <a:off x="2903337" y="4103582"/>
            <a:ext cx="382519" cy="350682"/>
            <a:chOff x="2903337" y="4279032"/>
            <a:chExt cx="382519" cy="350682"/>
          </a:xfrm>
        </p:grpSpPr>
        <p:sp>
          <p:nvSpPr>
            <p:cNvPr id="11259" name="Google Shape;11259;p63"/>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3"/>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3"/>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63"/>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63"/>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3"/>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3"/>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3"/>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3"/>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3"/>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3"/>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3"/>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3"/>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3"/>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63"/>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4" name="Google Shape;11274;p63"/>
          <p:cNvGrpSpPr/>
          <p:nvPr/>
        </p:nvGrpSpPr>
        <p:grpSpPr>
          <a:xfrm>
            <a:off x="3933342" y="4140317"/>
            <a:ext cx="383632" cy="276449"/>
            <a:chOff x="3933342" y="4315767"/>
            <a:chExt cx="383632" cy="276449"/>
          </a:xfrm>
        </p:grpSpPr>
        <p:sp>
          <p:nvSpPr>
            <p:cNvPr id="11275" name="Google Shape;11275;p63"/>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3"/>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3"/>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3"/>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3"/>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3"/>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1" name="Google Shape;11281;p63"/>
          <p:cNvGrpSpPr/>
          <p:nvPr/>
        </p:nvGrpSpPr>
        <p:grpSpPr>
          <a:xfrm>
            <a:off x="3441065" y="4127055"/>
            <a:ext cx="337069" cy="302593"/>
            <a:chOff x="3441065" y="4302505"/>
            <a:chExt cx="337069" cy="302593"/>
          </a:xfrm>
        </p:grpSpPr>
        <p:sp>
          <p:nvSpPr>
            <p:cNvPr id="11282" name="Google Shape;11282;p63"/>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3"/>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3"/>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3"/>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3"/>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3"/>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63"/>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63"/>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3"/>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3"/>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3"/>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3"/>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3"/>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5" name="Google Shape;11295;p63"/>
          <p:cNvGrpSpPr/>
          <p:nvPr/>
        </p:nvGrpSpPr>
        <p:grpSpPr>
          <a:xfrm>
            <a:off x="3532345" y="3187185"/>
            <a:ext cx="339328" cy="336274"/>
            <a:chOff x="3532345" y="3362635"/>
            <a:chExt cx="339328" cy="336274"/>
          </a:xfrm>
        </p:grpSpPr>
        <p:sp>
          <p:nvSpPr>
            <p:cNvPr id="11296" name="Google Shape;11296;p63"/>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3"/>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3"/>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3"/>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3"/>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01" name="Google Shape;11301;p63"/>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02" name="Google Shape;11302;p63"/>
          <p:cNvGrpSpPr/>
          <p:nvPr/>
        </p:nvGrpSpPr>
        <p:grpSpPr>
          <a:xfrm>
            <a:off x="1883955" y="3633250"/>
            <a:ext cx="162873" cy="351445"/>
            <a:chOff x="1883955" y="3808700"/>
            <a:chExt cx="162873" cy="351445"/>
          </a:xfrm>
        </p:grpSpPr>
        <p:sp>
          <p:nvSpPr>
            <p:cNvPr id="11303" name="Google Shape;11303;p63"/>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3"/>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5" name="Google Shape;11305;p63"/>
          <p:cNvGrpSpPr/>
          <p:nvPr/>
        </p:nvGrpSpPr>
        <p:grpSpPr>
          <a:xfrm>
            <a:off x="939156" y="3633759"/>
            <a:ext cx="192007" cy="351318"/>
            <a:chOff x="939156" y="3809209"/>
            <a:chExt cx="192007" cy="351318"/>
          </a:xfrm>
        </p:grpSpPr>
        <p:sp>
          <p:nvSpPr>
            <p:cNvPr id="11306" name="Google Shape;11306;p63"/>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3"/>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8" name="Google Shape;11308;p63"/>
          <p:cNvGrpSpPr/>
          <p:nvPr/>
        </p:nvGrpSpPr>
        <p:grpSpPr>
          <a:xfrm>
            <a:off x="2306167" y="3634395"/>
            <a:ext cx="193915" cy="349155"/>
            <a:chOff x="2306167" y="3809845"/>
            <a:chExt cx="193915" cy="349155"/>
          </a:xfrm>
        </p:grpSpPr>
        <p:sp>
          <p:nvSpPr>
            <p:cNvPr id="11309" name="Google Shape;11309;p63"/>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3"/>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3"/>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3"/>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3"/>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3"/>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63"/>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63"/>
          <p:cNvGrpSpPr/>
          <p:nvPr/>
        </p:nvGrpSpPr>
        <p:grpSpPr>
          <a:xfrm>
            <a:off x="1323901" y="3631723"/>
            <a:ext cx="356343" cy="356757"/>
            <a:chOff x="1323901" y="3807173"/>
            <a:chExt cx="356343" cy="356757"/>
          </a:xfrm>
        </p:grpSpPr>
        <p:sp>
          <p:nvSpPr>
            <p:cNvPr id="11317" name="Google Shape;11317;p63"/>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3"/>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3"/>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3"/>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63"/>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63"/>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3"/>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3"/>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3"/>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3"/>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3"/>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3"/>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3"/>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3"/>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3"/>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63"/>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63"/>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3"/>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3"/>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3"/>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3"/>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3"/>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3"/>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3"/>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1" name="Google Shape;11341;p63"/>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2" name="Google Shape;11342;p63"/>
          <p:cNvGrpSpPr/>
          <p:nvPr/>
        </p:nvGrpSpPr>
        <p:grpSpPr>
          <a:xfrm>
            <a:off x="859262" y="3178470"/>
            <a:ext cx="306759" cy="351445"/>
            <a:chOff x="859262" y="3353920"/>
            <a:chExt cx="306759" cy="351445"/>
          </a:xfrm>
        </p:grpSpPr>
        <p:sp>
          <p:nvSpPr>
            <p:cNvPr id="11343" name="Google Shape;11343;p63"/>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3"/>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3"/>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3"/>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3"/>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8" name="Google Shape;11348;p63"/>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9" name="Google Shape;11349;p63"/>
          <p:cNvGrpSpPr/>
          <p:nvPr/>
        </p:nvGrpSpPr>
        <p:grpSpPr>
          <a:xfrm>
            <a:off x="3967437" y="3661652"/>
            <a:ext cx="364708" cy="295405"/>
            <a:chOff x="3967437" y="3837102"/>
            <a:chExt cx="364708" cy="295405"/>
          </a:xfrm>
        </p:grpSpPr>
        <p:sp>
          <p:nvSpPr>
            <p:cNvPr id="11350" name="Google Shape;11350;p63"/>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63"/>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63"/>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3"/>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3"/>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55" name="Google Shape;11355;p63"/>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3"/>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3"/>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58" name="Google Shape;11358;p63"/>
          <p:cNvGrpSpPr/>
          <p:nvPr/>
        </p:nvGrpSpPr>
        <p:grpSpPr>
          <a:xfrm>
            <a:off x="5811827" y="3631001"/>
            <a:ext cx="283743" cy="308444"/>
            <a:chOff x="5964227" y="3858701"/>
            <a:chExt cx="283743" cy="308444"/>
          </a:xfrm>
        </p:grpSpPr>
        <p:sp>
          <p:nvSpPr>
            <p:cNvPr id="11359" name="Google Shape;11359;p63"/>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3"/>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3"/>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3"/>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3" name="Google Shape;11363;p63"/>
          <p:cNvGrpSpPr/>
          <p:nvPr/>
        </p:nvGrpSpPr>
        <p:grpSpPr>
          <a:xfrm>
            <a:off x="6243508" y="3697623"/>
            <a:ext cx="320372" cy="213602"/>
            <a:chOff x="6395908" y="3873073"/>
            <a:chExt cx="320372" cy="213602"/>
          </a:xfrm>
        </p:grpSpPr>
        <p:sp>
          <p:nvSpPr>
            <p:cNvPr id="11364" name="Google Shape;11364;p63"/>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3"/>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3"/>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63"/>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63"/>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3"/>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3"/>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3"/>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3"/>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3"/>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4" name="Google Shape;11374;p63"/>
          <p:cNvGrpSpPr/>
          <p:nvPr/>
        </p:nvGrpSpPr>
        <p:grpSpPr>
          <a:xfrm>
            <a:off x="7262890" y="3627366"/>
            <a:ext cx="357138" cy="352018"/>
            <a:chOff x="7415290" y="3802816"/>
            <a:chExt cx="357138" cy="352018"/>
          </a:xfrm>
        </p:grpSpPr>
        <p:sp>
          <p:nvSpPr>
            <p:cNvPr id="11375" name="Google Shape;11375;p63"/>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3"/>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3"/>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63"/>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63"/>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3"/>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3"/>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3"/>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3" name="Google Shape;11383;p63"/>
          <p:cNvGrpSpPr/>
          <p:nvPr/>
        </p:nvGrpSpPr>
        <p:grpSpPr>
          <a:xfrm>
            <a:off x="6737312" y="3657963"/>
            <a:ext cx="355230" cy="293401"/>
            <a:chOff x="6889712" y="3833413"/>
            <a:chExt cx="355230" cy="293401"/>
          </a:xfrm>
        </p:grpSpPr>
        <p:sp>
          <p:nvSpPr>
            <p:cNvPr id="11384" name="Google Shape;11384;p63"/>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3"/>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3"/>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3"/>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3"/>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9" name="Google Shape;11389;p63"/>
          <p:cNvGrpSpPr/>
          <p:nvPr/>
        </p:nvGrpSpPr>
        <p:grpSpPr>
          <a:xfrm>
            <a:off x="7707152" y="3660420"/>
            <a:ext cx="282318" cy="337168"/>
            <a:chOff x="1635875" y="237775"/>
            <a:chExt cx="4370250" cy="5219325"/>
          </a:xfrm>
        </p:grpSpPr>
        <p:sp>
          <p:nvSpPr>
            <p:cNvPr id="11390" name="Google Shape;11390;p63"/>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63"/>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2" name="Google Shape;11392;p63"/>
          <p:cNvGrpSpPr/>
          <p:nvPr/>
        </p:nvGrpSpPr>
        <p:grpSpPr>
          <a:xfrm>
            <a:off x="3103963" y="3185690"/>
            <a:ext cx="297886" cy="337578"/>
            <a:chOff x="3103963" y="3361140"/>
            <a:chExt cx="297886" cy="337578"/>
          </a:xfrm>
        </p:grpSpPr>
        <p:sp>
          <p:nvSpPr>
            <p:cNvPr id="11393" name="Google Shape;11393;p63"/>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3"/>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3"/>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3"/>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3"/>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3"/>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3"/>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3"/>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3"/>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3"/>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3"/>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3"/>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3"/>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3"/>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3"/>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3"/>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3"/>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3"/>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3"/>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3"/>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7" name="Google Shape;11417;p63"/>
          <p:cNvGrpSpPr/>
          <p:nvPr/>
        </p:nvGrpSpPr>
        <p:grpSpPr>
          <a:xfrm>
            <a:off x="2667821" y="3185658"/>
            <a:ext cx="273046" cy="337801"/>
            <a:chOff x="2667821" y="3361108"/>
            <a:chExt cx="273046" cy="337801"/>
          </a:xfrm>
        </p:grpSpPr>
        <p:sp>
          <p:nvSpPr>
            <p:cNvPr id="11418" name="Google Shape;11418;p63"/>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3"/>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3"/>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3"/>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3"/>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63"/>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63"/>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3"/>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3"/>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63"/>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3"/>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3"/>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3"/>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3"/>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3"/>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3"/>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3"/>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3"/>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3"/>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7" name="Google Shape;11437;p63"/>
          <p:cNvGrpSpPr/>
          <p:nvPr/>
        </p:nvGrpSpPr>
        <p:grpSpPr>
          <a:xfrm>
            <a:off x="2212469" y="3184863"/>
            <a:ext cx="282715" cy="338660"/>
            <a:chOff x="2212469" y="3360313"/>
            <a:chExt cx="282715" cy="338660"/>
          </a:xfrm>
        </p:grpSpPr>
        <p:sp>
          <p:nvSpPr>
            <p:cNvPr id="11438" name="Google Shape;11438;p63"/>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3"/>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3"/>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1" name="Google Shape;11441;p63"/>
          <p:cNvGrpSpPr/>
          <p:nvPr/>
        </p:nvGrpSpPr>
        <p:grpSpPr>
          <a:xfrm>
            <a:off x="1768821" y="3185658"/>
            <a:ext cx="278739" cy="339073"/>
            <a:chOff x="1768821" y="3361108"/>
            <a:chExt cx="278739" cy="339073"/>
          </a:xfrm>
        </p:grpSpPr>
        <p:sp>
          <p:nvSpPr>
            <p:cNvPr id="11442" name="Google Shape;11442;p63"/>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3"/>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63"/>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63"/>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3"/>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3"/>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3"/>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3"/>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3"/>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3"/>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63"/>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3" name="Google Shape;11453;p63"/>
          <p:cNvGrpSpPr/>
          <p:nvPr/>
        </p:nvGrpSpPr>
        <p:grpSpPr>
          <a:xfrm>
            <a:off x="5337883" y="3161423"/>
            <a:ext cx="307141" cy="376826"/>
            <a:chOff x="5337883" y="3336873"/>
            <a:chExt cx="307141" cy="376826"/>
          </a:xfrm>
        </p:grpSpPr>
        <p:sp>
          <p:nvSpPr>
            <p:cNvPr id="11454" name="Google Shape;11454;p63"/>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3"/>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6" name="Google Shape;11456;p63"/>
          <p:cNvGrpSpPr/>
          <p:nvPr/>
        </p:nvGrpSpPr>
        <p:grpSpPr>
          <a:xfrm>
            <a:off x="4883835" y="3161805"/>
            <a:ext cx="323425" cy="377557"/>
            <a:chOff x="4883835" y="3337255"/>
            <a:chExt cx="323425" cy="377557"/>
          </a:xfrm>
        </p:grpSpPr>
        <p:sp>
          <p:nvSpPr>
            <p:cNvPr id="11457" name="Google Shape;11457;p63"/>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3"/>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3"/>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0" name="Google Shape;11460;p63"/>
          <p:cNvGrpSpPr/>
          <p:nvPr/>
        </p:nvGrpSpPr>
        <p:grpSpPr>
          <a:xfrm>
            <a:off x="6193310" y="3231839"/>
            <a:ext cx="352590" cy="237488"/>
            <a:chOff x="6193310" y="3407289"/>
            <a:chExt cx="352590" cy="237488"/>
          </a:xfrm>
        </p:grpSpPr>
        <p:sp>
          <p:nvSpPr>
            <p:cNvPr id="11461" name="Google Shape;11461;p63"/>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63"/>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63"/>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63"/>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3"/>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6" name="Google Shape;11466;p63"/>
          <p:cNvGrpSpPr/>
          <p:nvPr/>
        </p:nvGrpSpPr>
        <p:grpSpPr>
          <a:xfrm>
            <a:off x="6637117" y="3222393"/>
            <a:ext cx="353735" cy="254504"/>
            <a:chOff x="6637117" y="3397843"/>
            <a:chExt cx="353735" cy="254504"/>
          </a:xfrm>
        </p:grpSpPr>
        <p:sp>
          <p:nvSpPr>
            <p:cNvPr id="11467" name="Google Shape;11467;p63"/>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3"/>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3"/>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3"/>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3"/>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3"/>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3" name="Google Shape;11473;p63"/>
          <p:cNvGrpSpPr/>
          <p:nvPr/>
        </p:nvGrpSpPr>
        <p:grpSpPr>
          <a:xfrm>
            <a:off x="7075994" y="3174081"/>
            <a:ext cx="360637" cy="352336"/>
            <a:chOff x="7075994" y="3349531"/>
            <a:chExt cx="360637" cy="352336"/>
          </a:xfrm>
        </p:grpSpPr>
        <p:sp>
          <p:nvSpPr>
            <p:cNvPr id="11474" name="Google Shape;11474;p63"/>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3"/>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3"/>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63"/>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63"/>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3"/>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3"/>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1" name="Google Shape;11481;p63"/>
          <p:cNvGrpSpPr/>
          <p:nvPr/>
        </p:nvGrpSpPr>
        <p:grpSpPr>
          <a:xfrm>
            <a:off x="7651983" y="3173731"/>
            <a:ext cx="107183" cy="352399"/>
            <a:chOff x="7651983" y="3349181"/>
            <a:chExt cx="107183" cy="352399"/>
          </a:xfrm>
        </p:grpSpPr>
        <p:sp>
          <p:nvSpPr>
            <p:cNvPr id="11482" name="Google Shape;11482;p63"/>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3"/>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4" name="Google Shape;11484;p63"/>
          <p:cNvGrpSpPr/>
          <p:nvPr/>
        </p:nvGrpSpPr>
        <p:grpSpPr>
          <a:xfrm>
            <a:off x="7973468" y="3206872"/>
            <a:ext cx="352590" cy="287072"/>
            <a:chOff x="7973468" y="3382322"/>
            <a:chExt cx="352590" cy="287072"/>
          </a:xfrm>
        </p:grpSpPr>
        <p:sp>
          <p:nvSpPr>
            <p:cNvPr id="11485" name="Google Shape;11485;p63"/>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3"/>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63"/>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63"/>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3"/>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3"/>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3"/>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3"/>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3"/>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3"/>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3"/>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3"/>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97" name="Google Shape;11497;p63"/>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1498" name="Google Shape;11498;p63"/>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02"/>
        <p:cNvGrpSpPr/>
        <p:nvPr/>
      </p:nvGrpSpPr>
      <p:grpSpPr>
        <a:xfrm>
          <a:off x="0" y="0"/>
          <a:ext cx="0" cy="0"/>
          <a:chOff x="0" y="0"/>
          <a:chExt cx="0" cy="0"/>
        </a:xfrm>
      </p:grpSpPr>
      <p:grpSp>
        <p:nvGrpSpPr>
          <p:cNvPr id="11503" name="Google Shape;11503;p64"/>
          <p:cNvGrpSpPr/>
          <p:nvPr/>
        </p:nvGrpSpPr>
        <p:grpSpPr>
          <a:xfrm>
            <a:off x="821808" y="1576858"/>
            <a:ext cx="347872" cy="347488"/>
            <a:chOff x="849677" y="1500658"/>
            <a:chExt cx="347872" cy="347488"/>
          </a:xfrm>
        </p:grpSpPr>
        <p:sp>
          <p:nvSpPr>
            <p:cNvPr id="11504" name="Google Shape;11504;p64"/>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4"/>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4"/>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4"/>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4"/>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4"/>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0" name="Google Shape;11510;p64"/>
          <p:cNvGrpSpPr/>
          <p:nvPr/>
        </p:nvGrpSpPr>
        <p:grpSpPr>
          <a:xfrm>
            <a:off x="1387984" y="1576858"/>
            <a:ext cx="315872" cy="347488"/>
            <a:chOff x="1415853" y="1500658"/>
            <a:chExt cx="315872" cy="347488"/>
          </a:xfrm>
        </p:grpSpPr>
        <p:sp>
          <p:nvSpPr>
            <p:cNvPr id="11511" name="Google Shape;11511;p64"/>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4"/>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4"/>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4"/>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5" name="Google Shape;11515;p64"/>
          <p:cNvGrpSpPr/>
          <p:nvPr/>
        </p:nvGrpSpPr>
        <p:grpSpPr>
          <a:xfrm>
            <a:off x="4669520" y="1576858"/>
            <a:ext cx="347520" cy="347104"/>
            <a:chOff x="4697389" y="1500658"/>
            <a:chExt cx="347520" cy="347104"/>
          </a:xfrm>
        </p:grpSpPr>
        <p:sp>
          <p:nvSpPr>
            <p:cNvPr id="11516" name="Google Shape;11516;p64"/>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4"/>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64"/>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9" name="Google Shape;11519;p64"/>
          <p:cNvGrpSpPr/>
          <p:nvPr/>
        </p:nvGrpSpPr>
        <p:grpSpPr>
          <a:xfrm>
            <a:off x="3575664" y="2041146"/>
            <a:ext cx="347520" cy="353760"/>
            <a:chOff x="3603533" y="1964946"/>
            <a:chExt cx="347520" cy="353760"/>
          </a:xfrm>
        </p:grpSpPr>
        <p:sp>
          <p:nvSpPr>
            <p:cNvPr id="11520" name="Google Shape;11520;p64"/>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4"/>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4"/>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3" name="Google Shape;11523;p64"/>
          <p:cNvGrpSpPr/>
          <p:nvPr/>
        </p:nvGrpSpPr>
        <p:grpSpPr>
          <a:xfrm>
            <a:off x="1922896" y="2040538"/>
            <a:ext cx="357792" cy="352448"/>
            <a:chOff x="1950765" y="1964338"/>
            <a:chExt cx="357792" cy="352448"/>
          </a:xfrm>
        </p:grpSpPr>
        <p:sp>
          <p:nvSpPr>
            <p:cNvPr id="11524" name="Google Shape;11524;p64"/>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4"/>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4"/>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4"/>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8" name="Google Shape;11528;p64"/>
          <p:cNvGrpSpPr/>
          <p:nvPr/>
        </p:nvGrpSpPr>
        <p:grpSpPr>
          <a:xfrm>
            <a:off x="7407760" y="2040890"/>
            <a:ext cx="367712" cy="353248"/>
            <a:chOff x="7435629" y="1964690"/>
            <a:chExt cx="367712" cy="353248"/>
          </a:xfrm>
        </p:grpSpPr>
        <p:sp>
          <p:nvSpPr>
            <p:cNvPr id="11529" name="Google Shape;11529;p64"/>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4"/>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4"/>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4"/>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64"/>
          <p:cNvGrpSpPr/>
          <p:nvPr/>
        </p:nvGrpSpPr>
        <p:grpSpPr>
          <a:xfrm>
            <a:off x="2484880" y="2041242"/>
            <a:ext cx="333024" cy="352896"/>
            <a:chOff x="2512749" y="1965042"/>
            <a:chExt cx="333024" cy="352896"/>
          </a:xfrm>
        </p:grpSpPr>
        <p:sp>
          <p:nvSpPr>
            <p:cNvPr id="11534" name="Google Shape;11534;p64"/>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4"/>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4"/>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4"/>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4"/>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64"/>
          <p:cNvGrpSpPr/>
          <p:nvPr/>
        </p:nvGrpSpPr>
        <p:grpSpPr>
          <a:xfrm>
            <a:off x="1370448" y="2057978"/>
            <a:ext cx="365792" cy="335392"/>
            <a:chOff x="1398317" y="1981778"/>
            <a:chExt cx="365792" cy="335392"/>
          </a:xfrm>
        </p:grpSpPr>
        <p:sp>
          <p:nvSpPr>
            <p:cNvPr id="11540" name="Google Shape;11540;p64"/>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4"/>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4"/>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4"/>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4"/>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4"/>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6" name="Google Shape;11546;p64"/>
          <p:cNvGrpSpPr/>
          <p:nvPr/>
        </p:nvGrpSpPr>
        <p:grpSpPr>
          <a:xfrm>
            <a:off x="3024368" y="2079770"/>
            <a:ext cx="353600" cy="314752"/>
            <a:chOff x="3052237" y="2003570"/>
            <a:chExt cx="353600" cy="314752"/>
          </a:xfrm>
        </p:grpSpPr>
        <p:sp>
          <p:nvSpPr>
            <p:cNvPr id="11547" name="Google Shape;11547;p64"/>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4"/>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4"/>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0" name="Google Shape;11550;p64"/>
          <p:cNvGrpSpPr/>
          <p:nvPr/>
        </p:nvGrpSpPr>
        <p:grpSpPr>
          <a:xfrm>
            <a:off x="1376144" y="3034266"/>
            <a:ext cx="368096" cy="223968"/>
            <a:chOff x="1404013" y="2958066"/>
            <a:chExt cx="368096" cy="223968"/>
          </a:xfrm>
        </p:grpSpPr>
        <p:sp>
          <p:nvSpPr>
            <p:cNvPr id="11551" name="Google Shape;11551;p64"/>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4"/>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53" name="Google Shape;11553;p64"/>
          <p:cNvSpPr/>
          <p:nvPr/>
        </p:nvSpPr>
        <p:spPr>
          <a:xfrm>
            <a:off x="4119728"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64"/>
          <p:cNvSpPr/>
          <p:nvPr/>
        </p:nvSpPr>
        <p:spPr>
          <a:xfrm>
            <a:off x="852272"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55" name="Google Shape;11555;p64"/>
          <p:cNvGrpSpPr/>
          <p:nvPr/>
        </p:nvGrpSpPr>
        <p:grpSpPr>
          <a:xfrm>
            <a:off x="1923280" y="2961402"/>
            <a:ext cx="370368" cy="367328"/>
            <a:chOff x="1951149" y="2885202"/>
            <a:chExt cx="370368" cy="367328"/>
          </a:xfrm>
        </p:grpSpPr>
        <p:sp>
          <p:nvSpPr>
            <p:cNvPr id="11556" name="Google Shape;11556;p64"/>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4"/>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4"/>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9" name="Google Shape;11559;p64"/>
          <p:cNvGrpSpPr/>
          <p:nvPr/>
        </p:nvGrpSpPr>
        <p:grpSpPr>
          <a:xfrm>
            <a:off x="2473808" y="2982362"/>
            <a:ext cx="367328" cy="327296"/>
            <a:chOff x="2501677" y="2906162"/>
            <a:chExt cx="367328" cy="327296"/>
          </a:xfrm>
        </p:grpSpPr>
        <p:sp>
          <p:nvSpPr>
            <p:cNvPr id="11560" name="Google Shape;11560;p64"/>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4"/>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4"/>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3" name="Google Shape;11563;p64"/>
          <p:cNvSpPr/>
          <p:nvPr/>
        </p:nvSpPr>
        <p:spPr>
          <a:xfrm>
            <a:off x="3569968"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64" name="Google Shape;11564;p64"/>
          <p:cNvGrpSpPr/>
          <p:nvPr/>
        </p:nvGrpSpPr>
        <p:grpSpPr>
          <a:xfrm>
            <a:off x="3022448" y="2969914"/>
            <a:ext cx="367712" cy="354240"/>
            <a:chOff x="3050317" y="2893714"/>
            <a:chExt cx="367712" cy="354240"/>
          </a:xfrm>
        </p:grpSpPr>
        <p:sp>
          <p:nvSpPr>
            <p:cNvPr id="11565" name="Google Shape;11565;p64"/>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4"/>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7" name="Google Shape;11567;p64"/>
          <p:cNvSpPr/>
          <p:nvPr/>
        </p:nvSpPr>
        <p:spPr>
          <a:xfrm>
            <a:off x="4666864"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4"/>
          <p:cNvSpPr/>
          <p:nvPr/>
        </p:nvSpPr>
        <p:spPr>
          <a:xfrm>
            <a:off x="8018512"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69" name="Google Shape;11569;p64"/>
          <p:cNvGrpSpPr/>
          <p:nvPr/>
        </p:nvGrpSpPr>
        <p:grpSpPr>
          <a:xfrm>
            <a:off x="7503408" y="2962554"/>
            <a:ext cx="185184" cy="367296"/>
            <a:chOff x="7531277" y="2886354"/>
            <a:chExt cx="185184" cy="367296"/>
          </a:xfrm>
        </p:grpSpPr>
        <p:sp>
          <p:nvSpPr>
            <p:cNvPr id="11570" name="Google Shape;11570;p64"/>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4"/>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64"/>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64"/>
          <p:cNvGrpSpPr/>
          <p:nvPr/>
        </p:nvGrpSpPr>
        <p:grpSpPr>
          <a:xfrm>
            <a:off x="6898768" y="2962938"/>
            <a:ext cx="297184" cy="367296"/>
            <a:chOff x="6926637" y="2886738"/>
            <a:chExt cx="297184" cy="367296"/>
          </a:xfrm>
        </p:grpSpPr>
        <p:sp>
          <p:nvSpPr>
            <p:cNvPr id="11574" name="Google Shape;11574;p64"/>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4"/>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4"/>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77" name="Google Shape;11577;p64"/>
          <p:cNvSpPr/>
          <p:nvPr/>
        </p:nvSpPr>
        <p:spPr>
          <a:xfrm>
            <a:off x="5227696"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4"/>
          <p:cNvSpPr/>
          <p:nvPr/>
        </p:nvSpPr>
        <p:spPr>
          <a:xfrm>
            <a:off x="5806416"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79" name="Google Shape;11579;p64"/>
          <p:cNvGrpSpPr/>
          <p:nvPr/>
        </p:nvGrpSpPr>
        <p:grpSpPr>
          <a:xfrm>
            <a:off x="6312784" y="2962554"/>
            <a:ext cx="370368" cy="368064"/>
            <a:chOff x="6340653" y="2886354"/>
            <a:chExt cx="370368" cy="368064"/>
          </a:xfrm>
        </p:grpSpPr>
        <p:sp>
          <p:nvSpPr>
            <p:cNvPr id="11580" name="Google Shape;11580;p64"/>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64"/>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64"/>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4"/>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4"/>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4"/>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6" name="Google Shape;11586;p64"/>
          <p:cNvGrpSpPr/>
          <p:nvPr/>
        </p:nvGrpSpPr>
        <p:grpSpPr>
          <a:xfrm>
            <a:off x="5218928" y="2057626"/>
            <a:ext cx="354752" cy="336512"/>
            <a:chOff x="5246797" y="1981426"/>
            <a:chExt cx="354752" cy="336512"/>
          </a:xfrm>
        </p:grpSpPr>
        <p:sp>
          <p:nvSpPr>
            <p:cNvPr id="11587" name="Google Shape;11587;p64"/>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64"/>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9" name="Google Shape;11589;p64"/>
          <p:cNvGrpSpPr/>
          <p:nvPr/>
        </p:nvGrpSpPr>
        <p:grpSpPr>
          <a:xfrm>
            <a:off x="4120880" y="2178266"/>
            <a:ext cx="355136" cy="216256"/>
            <a:chOff x="4148749" y="2102066"/>
            <a:chExt cx="355136" cy="216256"/>
          </a:xfrm>
        </p:grpSpPr>
        <p:sp>
          <p:nvSpPr>
            <p:cNvPr id="11590" name="Google Shape;11590;p64"/>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4"/>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2" name="Google Shape;11592;p64"/>
          <p:cNvGrpSpPr/>
          <p:nvPr/>
        </p:nvGrpSpPr>
        <p:grpSpPr>
          <a:xfrm>
            <a:off x="5766800" y="2077626"/>
            <a:ext cx="354752" cy="315360"/>
            <a:chOff x="5794669" y="2001426"/>
            <a:chExt cx="354752" cy="315360"/>
          </a:xfrm>
        </p:grpSpPr>
        <p:sp>
          <p:nvSpPr>
            <p:cNvPr id="11593" name="Google Shape;11593;p64"/>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4"/>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5" name="Google Shape;11595;p64"/>
          <p:cNvGrpSpPr/>
          <p:nvPr/>
        </p:nvGrpSpPr>
        <p:grpSpPr>
          <a:xfrm>
            <a:off x="6317360" y="2106042"/>
            <a:ext cx="352832" cy="289216"/>
            <a:chOff x="6345229" y="2029842"/>
            <a:chExt cx="352832" cy="289216"/>
          </a:xfrm>
        </p:grpSpPr>
        <p:sp>
          <p:nvSpPr>
            <p:cNvPr id="11596" name="Google Shape;11596;p64"/>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4"/>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8" name="Google Shape;11598;p64"/>
          <p:cNvGrpSpPr/>
          <p:nvPr/>
        </p:nvGrpSpPr>
        <p:grpSpPr>
          <a:xfrm>
            <a:off x="4669520" y="2112538"/>
            <a:ext cx="354752" cy="281984"/>
            <a:chOff x="4697389" y="2036338"/>
            <a:chExt cx="354752" cy="281984"/>
          </a:xfrm>
        </p:grpSpPr>
        <p:sp>
          <p:nvSpPr>
            <p:cNvPr id="11599" name="Google Shape;11599;p64"/>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4"/>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1" name="Google Shape;11601;p64"/>
          <p:cNvGrpSpPr/>
          <p:nvPr/>
        </p:nvGrpSpPr>
        <p:grpSpPr>
          <a:xfrm>
            <a:off x="1376144" y="2500954"/>
            <a:ext cx="353600" cy="354944"/>
            <a:chOff x="1404013" y="2424754"/>
            <a:chExt cx="353600" cy="354944"/>
          </a:xfrm>
        </p:grpSpPr>
        <p:sp>
          <p:nvSpPr>
            <p:cNvPr id="11602" name="Google Shape;11602;p64"/>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64"/>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64"/>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4"/>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4"/>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7" name="Google Shape;11607;p64"/>
          <p:cNvGrpSpPr/>
          <p:nvPr/>
        </p:nvGrpSpPr>
        <p:grpSpPr>
          <a:xfrm>
            <a:off x="826384" y="2504474"/>
            <a:ext cx="355104" cy="351040"/>
            <a:chOff x="854253" y="2428274"/>
            <a:chExt cx="355104" cy="351040"/>
          </a:xfrm>
        </p:grpSpPr>
        <p:sp>
          <p:nvSpPr>
            <p:cNvPr id="11608" name="Google Shape;11608;p64"/>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4"/>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0" name="Google Shape;11610;p64"/>
          <p:cNvGrpSpPr/>
          <p:nvPr/>
        </p:nvGrpSpPr>
        <p:grpSpPr>
          <a:xfrm>
            <a:off x="6869040" y="2517146"/>
            <a:ext cx="354752" cy="275904"/>
            <a:chOff x="6896909" y="2440946"/>
            <a:chExt cx="354752" cy="275904"/>
          </a:xfrm>
        </p:grpSpPr>
        <p:sp>
          <p:nvSpPr>
            <p:cNvPr id="11611" name="Google Shape;11611;p64"/>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4"/>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13" name="Google Shape;11613;p64"/>
          <p:cNvSpPr/>
          <p:nvPr/>
        </p:nvSpPr>
        <p:spPr>
          <a:xfrm>
            <a:off x="6319632"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14" name="Google Shape;11614;p64"/>
          <p:cNvGrpSpPr/>
          <p:nvPr/>
        </p:nvGrpSpPr>
        <p:grpSpPr>
          <a:xfrm>
            <a:off x="5237200" y="2500954"/>
            <a:ext cx="321984" cy="354560"/>
            <a:chOff x="5265069" y="2424754"/>
            <a:chExt cx="321984" cy="354560"/>
          </a:xfrm>
        </p:grpSpPr>
        <p:sp>
          <p:nvSpPr>
            <p:cNvPr id="11615" name="Google Shape;11615;p64"/>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4"/>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7" name="Google Shape;11617;p64"/>
          <p:cNvGrpSpPr/>
          <p:nvPr/>
        </p:nvGrpSpPr>
        <p:grpSpPr>
          <a:xfrm>
            <a:off x="4122800" y="2542970"/>
            <a:ext cx="355104" cy="259584"/>
            <a:chOff x="4150669" y="2466770"/>
            <a:chExt cx="355104" cy="259584"/>
          </a:xfrm>
        </p:grpSpPr>
        <p:sp>
          <p:nvSpPr>
            <p:cNvPr id="11618" name="Google Shape;11618;p64"/>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4"/>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4"/>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64"/>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2" name="Google Shape;11622;p64"/>
          <p:cNvGrpSpPr/>
          <p:nvPr/>
        </p:nvGrpSpPr>
        <p:grpSpPr>
          <a:xfrm>
            <a:off x="4671824" y="2501146"/>
            <a:ext cx="354336" cy="353984"/>
            <a:chOff x="4699693" y="2424946"/>
            <a:chExt cx="354336" cy="353984"/>
          </a:xfrm>
        </p:grpSpPr>
        <p:sp>
          <p:nvSpPr>
            <p:cNvPr id="11623" name="Google Shape;11623;p64"/>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4"/>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5" name="Google Shape;11625;p64"/>
          <p:cNvSpPr/>
          <p:nvPr/>
        </p:nvSpPr>
        <p:spPr>
          <a:xfrm>
            <a:off x="5782032"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4"/>
          <p:cNvSpPr/>
          <p:nvPr/>
        </p:nvSpPr>
        <p:spPr>
          <a:xfrm>
            <a:off x="3023984"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7" name="Google Shape;11627;p64"/>
          <p:cNvGrpSpPr/>
          <p:nvPr/>
        </p:nvGrpSpPr>
        <p:grpSpPr>
          <a:xfrm>
            <a:off x="1925168" y="2628442"/>
            <a:ext cx="355136" cy="227072"/>
            <a:chOff x="1953037" y="2552242"/>
            <a:chExt cx="355136" cy="227072"/>
          </a:xfrm>
        </p:grpSpPr>
        <p:sp>
          <p:nvSpPr>
            <p:cNvPr id="11628" name="Google Shape;11628;p64"/>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4"/>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30" name="Google Shape;11630;p64"/>
          <p:cNvSpPr/>
          <p:nvPr/>
        </p:nvSpPr>
        <p:spPr>
          <a:xfrm>
            <a:off x="3576048"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1" name="Google Shape;11631;p64"/>
          <p:cNvGrpSpPr/>
          <p:nvPr/>
        </p:nvGrpSpPr>
        <p:grpSpPr>
          <a:xfrm>
            <a:off x="2473072" y="2603418"/>
            <a:ext cx="355104" cy="250944"/>
            <a:chOff x="2500941" y="2527218"/>
            <a:chExt cx="355104" cy="250944"/>
          </a:xfrm>
        </p:grpSpPr>
        <p:sp>
          <p:nvSpPr>
            <p:cNvPr id="11632" name="Google Shape;11632;p64"/>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64"/>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64"/>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4"/>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4"/>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37" name="Google Shape;11637;p64"/>
          <p:cNvSpPr/>
          <p:nvPr/>
        </p:nvSpPr>
        <p:spPr>
          <a:xfrm>
            <a:off x="7419568"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8" name="Google Shape;11638;p64"/>
          <p:cNvGrpSpPr/>
          <p:nvPr/>
        </p:nvGrpSpPr>
        <p:grpSpPr>
          <a:xfrm>
            <a:off x="7965936" y="2503322"/>
            <a:ext cx="356256" cy="351808"/>
            <a:chOff x="7993805" y="2427122"/>
            <a:chExt cx="356256" cy="351808"/>
          </a:xfrm>
        </p:grpSpPr>
        <p:sp>
          <p:nvSpPr>
            <p:cNvPr id="11639" name="Google Shape;11639;p64"/>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4"/>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64"/>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2" name="Google Shape;11642;p64"/>
          <p:cNvGrpSpPr/>
          <p:nvPr/>
        </p:nvGrpSpPr>
        <p:grpSpPr>
          <a:xfrm>
            <a:off x="850768" y="2041210"/>
            <a:ext cx="308640" cy="353312"/>
            <a:chOff x="878637" y="1965010"/>
            <a:chExt cx="308640" cy="353312"/>
          </a:xfrm>
        </p:grpSpPr>
        <p:sp>
          <p:nvSpPr>
            <p:cNvPr id="11643" name="Google Shape;11643;p64"/>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4"/>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4"/>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6" name="Google Shape;11646;p64"/>
          <p:cNvGrpSpPr/>
          <p:nvPr/>
        </p:nvGrpSpPr>
        <p:grpSpPr>
          <a:xfrm>
            <a:off x="6868272" y="2040922"/>
            <a:ext cx="348256" cy="352448"/>
            <a:chOff x="6896141" y="1964722"/>
            <a:chExt cx="348256" cy="352448"/>
          </a:xfrm>
        </p:grpSpPr>
        <p:sp>
          <p:nvSpPr>
            <p:cNvPr id="11647" name="Google Shape;11647;p64"/>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4"/>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64"/>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0" name="Google Shape;11650;p64"/>
          <p:cNvGrpSpPr/>
          <p:nvPr/>
        </p:nvGrpSpPr>
        <p:grpSpPr>
          <a:xfrm>
            <a:off x="7962128" y="2091578"/>
            <a:ext cx="355136" cy="303328"/>
            <a:chOff x="7989997" y="2015378"/>
            <a:chExt cx="355136" cy="303328"/>
          </a:xfrm>
        </p:grpSpPr>
        <p:sp>
          <p:nvSpPr>
            <p:cNvPr id="11651" name="Google Shape;11651;p64"/>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4"/>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4"/>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4" name="Google Shape;11654;p64"/>
          <p:cNvGrpSpPr/>
          <p:nvPr/>
        </p:nvGrpSpPr>
        <p:grpSpPr>
          <a:xfrm>
            <a:off x="3570352" y="1585562"/>
            <a:ext cx="348640" cy="330784"/>
            <a:chOff x="3598221" y="1509362"/>
            <a:chExt cx="348640" cy="330784"/>
          </a:xfrm>
        </p:grpSpPr>
        <p:sp>
          <p:nvSpPr>
            <p:cNvPr id="11655" name="Google Shape;11655;p64"/>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4"/>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4"/>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4"/>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9" name="Google Shape;11659;p64"/>
          <p:cNvGrpSpPr/>
          <p:nvPr/>
        </p:nvGrpSpPr>
        <p:grpSpPr>
          <a:xfrm>
            <a:off x="5218928" y="1576858"/>
            <a:ext cx="347872" cy="347488"/>
            <a:chOff x="5246797" y="1500658"/>
            <a:chExt cx="347872" cy="347488"/>
          </a:xfrm>
        </p:grpSpPr>
        <p:sp>
          <p:nvSpPr>
            <p:cNvPr id="11660" name="Google Shape;11660;p64"/>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64"/>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4"/>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4"/>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4" name="Google Shape;11664;p64"/>
          <p:cNvGrpSpPr/>
          <p:nvPr/>
        </p:nvGrpSpPr>
        <p:grpSpPr>
          <a:xfrm>
            <a:off x="5768720" y="1576858"/>
            <a:ext cx="349024" cy="346752"/>
            <a:chOff x="5796589" y="1500658"/>
            <a:chExt cx="349024" cy="346752"/>
          </a:xfrm>
        </p:grpSpPr>
        <p:sp>
          <p:nvSpPr>
            <p:cNvPr id="11665" name="Google Shape;11665;p64"/>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66" name="Google Shape;11666;p64"/>
            <p:cNvGrpSpPr/>
            <p:nvPr/>
          </p:nvGrpSpPr>
          <p:grpSpPr>
            <a:xfrm>
              <a:off x="5796589" y="1500658"/>
              <a:ext cx="349024" cy="346752"/>
              <a:chOff x="5796589" y="1500658"/>
              <a:chExt cx="349024" cy="346752"/>
            </a:xfrm>
          </p:grpSpPr>
          <p:sp>
            <p:nvSpPr>
              <p:cNvPr id="11667" name="Google Shape;11667;p64"/>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4"/>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4"/>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4"/>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671" name="Google Shape;11671;p64"/>
          <p:cNvGrpSpPr/>
          <p:nvPr/>
        </p:nvGrpSpPr>
        <p:grpSpPr>
          <a:xfrm>
            <a:off x="6867504" y="1578778"/>
            <a:ext cx="348640" cy="343296"/>
            <a:chOff x="6895373" y="1502578"/>
            <a:chExt cx="348640" cy="343296"/>
          </a:xfrm>
        </p:grpSpPr>
        <p:sp>
          <p:nvSpPr>
            <p:cNvPr id="11672" name="Google Shape;11672;p64"/>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4"/>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64"/>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5" name="Google Shape;11675;p64"/>
          <p:cNvGrpSpPr/>
          <p:nvPr/>
        </p:nvGrpSpPr>
        <p:grpSpPr>
          <a:xfrm>
            <a:off x="4119728" y="1581658"/>
            <a:ext cx="347904" cy="336992"/>
            <a:chOff x="4147597" y="1505458"/>
            <a:chExt cx="347904" cy="336992"/>
          </a:xfrm>
        </p:grpSpPr>
        <p:sp>
          <p:nvSpPr>
            <p:cNvPr id="11676" name="Google Shape;11676;p64"/>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4"/>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4"/>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4"/>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4"/>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4"/>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4"/>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3" name="Google Shape;11683;p64"/>
          <p:cNvGrpSpPr/>
          <p:nvPr/>
        </p:nvGrpSpPr>
        <p:grpSpPr>
          <a:xfrm>
            <a:off x="2471536" y="1576090"/>
            <a:ext cx="347488" cy="348256"/>
            <a:chOff x="2499405" y="1499890"/>
            <a:chExt cx="347488" cy="348256"/>
          </a:xfrm>
        </p:grpSpPr>
        <p:sp>
          <p:nvSpPr>
            <p:cNvPr id="11684" name="Google Shape;11684;p64"/>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4"/>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4"/>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4"/>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4"/>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9" name="Google Shape;11689;p64"/>
          <p:cNvGrpSpPr/>
          <p:nvPr/>
        </p:nvGrpSpPr>
        <p:grpSpPr>
          <a:xfrm>
            <a:off x="1928976" y="1576698"/>
            <a:ext cx="331520" cy="348032"/>
            <a:chOff x="1956845" y="1500498"/>
            <a:chExt cx="331520" cy="348032"/>
          </a:xfrm>
        </p:grpSpPr>
        <p:sp>
          <p:nvSpPr>
            <p:cNvPr id="11690" name="Google Shape;11690;p64"/>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64"/>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4"/>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4"/>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4"/>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4"/>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4"/>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4"/>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4"/>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4"/>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4"/>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4"/>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2" name="Google Shape;11702;p64"/>
          <p:cNvGrpSpPr/>
          <p:nvPr/>
        </p:nvGrpSpPr>
        <p:grpSpPr>
          <a:xfrm>
            <a:off x="6317744" y="1626074"/>
            <a:ext cx="348640" cy="250656"/>
            <a:chOff x="6345613" y="1549874"/>
            <a:chExt cx="348640" cy="250656"/>
          </a:xfrm>
        </p:grpSpPr>
        <p:sp>
          <p:nvSpPr>
            <p:cNvPr id="11703" name="Google Shape;11703;p64"/>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4"/>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4"/>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64"/>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64"/>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4"/>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9" name="Google Shape;11709;p64"/>
          <p:cNvGrpSpPr/>
          <p:nvPr/>
        </p:nvGrpSpPr>
        <p:grpSpPr>
          <a:xfrm>
            <a:off x="7416912" y="1583226"/>
            <a:ext cx="348640" cy="334272"/>
            <a:chOff x="7444781" y="1507026"/>
            <a:chExt cx="348640" cy="334272"/>
          </a:xfrm>
        </p:grpSpPr>
        <p:sp>
          <p:nvSpPr>
            <p:cNvPr id="11710" name="Google Shape;11710;p64"/>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4"/>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4"/>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4"/>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4"/>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5" name="Google Shape;11715;p64"/>
          <p:cNvGrpSpPr/>
          <p:nvPr/>
        </p:nvGrpSpPr>
        <p:grpSpPr>
          <a:xfrm>
            <a:off x="7967472" y="1582938"/>
            <a:ext cx="347872" cy="334944"/>
            <a:chOff x="7995341" y="1506738"/>
            <a:chExt cx="347872" cy="334944"/>
          </a:xfrm>
        </p:grpSpPr>
        <p:sp>
          <p:nvSpPr>
            <p:cNvPr id="11716" name="Google Shape;11716;p64"/>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4"/>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4"/>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4"/>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4"/>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4"/>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2" name="Google Shape;11722;p64"/>
          <p:cNvGrpSpPr/>
          <p:nvPr/>
        </p:nvGrpSpPr>
        <p:grpSpPr>
          <a:xfrm>
            <a:off x="3020176" y="1599130"/>
            <a:ext cx="347872" cy="303904"/>
            <a:chOff x="3048045" y="1522930"/>
            <a:chExt cx="347872" cy="303904"/>
          </a:xfrm>
        </p:grpSpPr>
        <p:sp>
          <p:nvSpPr>
            <p:cNvPr id="11723" name="Google Shape;11723;p64"/>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24" name="Google Shape;11724;p64"/>
            <p:cNvGrpSpPr/>
            <p:nvPr/>
          </p:nvGrpSpPr>
          <p:grpSpPr>
            <a:xfrm>
              <a:off x="3048045" y="1522930"/>
              <a:ext cx="347872" cy="303904"/>
              <a:chOff x="3048045" y="1522930"/>
              <a:chExt cx="347872" cy="303904"/>
            </a:xfrm>
          </p:grpSpPr>
          <p:sp>
            <p:nvSpPr>
              <p:cNvPr id="11725" name="Google Shape;11725;p64"/>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4"/>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727" name="Google Shape;11727;p64"/>
          <p:cNvGrpSpPr/>
          <p:nvPr/>
        </p:nvGrpSpPr>
        <p:grpSpPr>
          <a:xfrm>
            <a:off x="1105264" y="3428122"/>
            <a:ext cx="313984" cy="358560"/>
            <a:chOff x="1133133" y="3351922"/>
            <a:chExt cx="313984" cy="358560"/>
          </a:xfrm>
        </p:grpSpPr>
        <p:sp>
          <p:nvSpPr>
            <p:cNvPr id="11728" name="Google Shape;11728;p64"/>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4"/>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4"/>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4"/>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4"/>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4"/>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4"/>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4"/>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4"/>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4"/>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64"/>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64"/>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4"/>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4"/>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4"/>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4"/>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4" name="Google Shape;11744;p64"/>
          <p:cNvSpPr/>
          <p:nvPr/>
        </p:nvSpPr>
        <p:spPr>
          <a:xfrm>
            <a:off x="1681328"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5" name="Google Shape;11745;p64"/>
          <p:cNvGrpSpPr/>
          <p:nvPr/>
        </p:nvGrpSpPr>
        <p:grpSpPr>
          <a:xfrm>
            <a:off x="2767184" y="3428794"/>
            <a:ext cx="288448" cy="357120"/>
            <a:chOff x="2795053" y="3352594"/>
            <a:chExt cx="288448" cy="357120"/>
          </a:xfrm>
        </p:grpSpPr>
        <p:sp>
          <p:nvSpPr>
            <p:cNvPr id="11746" name="Google Shape;11746;p64"/>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4"/>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4"/>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4"/>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4"/>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4"/>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4"/>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4"/>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64"/>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5" name="Google Shape;11755;p64"/>
          <p:cNvGrpSpPr/>
          <p:nvPr/>
        </p:nvGrpSpPr>
        <p:grpSpPr>
          <a:xfrm>
            <a:off x="2208656" y="3429402"/>
            <a:ext cx="304832" cy="356512"/>
            <a:chOff x="2236525" y="3353202"/>
            <a:chExt cx="304832" cy="356512"/>
          </a:xfrm>
        </p:grpSpPr>
        <p:sp>
          <p:nvSpPr>
            <p:cNvPr id="11756" name="Google Shape;11756;p64"/>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4"/>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4"/>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9" name="Google Shape;11759;p64"/>
          <p:cNvGrpSpPr/>
          <p:nvPr/>
        </p:nvGrpSpPr>
        <p:grpSpPr>
          <a:xfrm>
            <a:off x="3882768" y="3428890"/>
            <a:ext cx="256800" cy="357024"/>
            <a:chOff x="3910637" y="3352690"/>
            <a:chExt cx="256800" cy="357024"/>
          </a:xfrm>
        </p:grpSpPr>
        <p:sp>
          <p:nvSpPr>
            <p:cNvPr id="11760" name="Google Shape;11760;p64"/>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4"/>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4"/>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3" name="Google Shape;11763;p64"/>
          <p:cNvGrpSpPr/>
          <p:nvPr/>
        </p:nvGrpSpPr>
        <p:grpSpPr>
          <a:xfrm>
            <a:off x="6028560" y="3428122"/>
            <a:ext cx="360064" cy="360096"/>
            <a:chOff x="6056429" y="3351922"/>
            <a:chExt cx="360064" cy="360096"/>
          </a:xfrm>
        </p:grpSpPr>
        <p:sp>
          <p:nvSpPr>
            <p:cNvPr id="11764" name="Google Shape;11764;p64"/>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4"/>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4"/>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7" name="Google Shape;11767;p64"/>
          <p:cNvGrpSpPr/>
          <p:nvPr/>
        </p:nvGrpSpPr>
        <p:grpSpPr>
          <a:xfrm>
            <a:off x="6581008" y="3429274"/>
            <a:ext cx="357408" cy="357408"/>
            <a:chOff x="6608877" y="3353074"/>
            <a:chExt cx="357408" cy="357408"/>
          </a:xfrm>
        </p:grpSpPr>
        <p:sp>
          <p:nvSpPr>
            <p:cNvPr id="11768" name="Google Shape;11768;p64"/>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4"/>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4"/>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4"/>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4"/>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4"/>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4"/>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75" name="Google Shape;11775;p64"/>
          <p:cNvSpPr/>
          <p:nvPr/>
        </p:nvSpPr>
        <p:spPr>
          <a:xfrm>
            <a:off x="7680176"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4"/>
          <p:cNvSpPr/>
          <p:nvPr/>
        </p:nvSpPr>
        <p:spPr>
          <a:xfrm>
            <a:off x="4395216"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7" name="Google Shape;11777;p64"/>
          <p:cNvGrpSpPr/>
          <p:nvPr/>
        </p:nvGrpSpPr>
        <p:grpSpPr>
          <a:xfrm>
            <a:off x="4931664" y="3446426"/>
            <a:ext cx="357408" cy="323488"/>
            <a:chOff x="4959533" y="3370226"/>
            <a:chExt cx="357408" cy="323488"/>
          </a:xfrm>
        </p:grpSpPr>
        <p:sp>
          <p:nvSpPr>
            <p:cNvPr id="11778" name="Google Shape;11778;p64"/>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64"/>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0" name="Google Shape;11780;p64"/>
          <p:cNvGrpSpPr/>
          <p:nvPr/>
        </p:nvGrpSpPr>
        <p:grpSpPr>
          <a:xfrm>
            <a:off x="7130768" y="3429274"/>
            <a:ext cx="357056" cy="357408"/>
            <a:chOff x="7158637" y="3353074"/>
            <a:chExt cx="357056" cy="357408"/>
          </a:xfrm>
        </p:grpSpPr>
        <p:sp>
          <p:nvSpPr>
            <p:cNvPr id="11781" name="Google Shape;11781;p64"/>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4"/>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4"/>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4"/>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5" name="Google Shape;11785;p64"/>
          <p:cNvGrpSpPr/>
          <p:nvPr/>
        </p:nvGrpSpPr>
        <p:grpSpPr>
          <a:xfrm>
            <a:off x="3288400" y="3428602"/>
            <a:ext cx="344832" cy="356544"/>
            <a:chOff x="3316269" y="3352402"/>
            <a:chExt cx="344832" cy="356544"/>
          </a:xfrm>
        </p:grpSpPr>
        <p:sp>
          <p:nvSpPr>
            <p:cNvPr id="11786" name="Google Shape;11786;p64"/>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4"/>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4"/>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9" name="Google Shape;11789;p64"/>
          <p:cNvGrpSpPr/>
          <p:nvPr/>
        </p:nvGrpSpPr>
        <p:grpSpPr>
          <a:xfrm>
            <a:off x="5481040" y="3447706"/>
            <a:ext cx="358560" cy="319552"/>
            <a:chOff x="5508909" y="3371506"/>
            <a:chExt cx="358560" cy="319552"/>
          </a:xfrm>
        </p:grpSpPr>
        <p:sp>
          <p:nvSpPr>
            <p:cNvPr id="11790" name="Google Shape;11790;p64"/>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4"/>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4"/>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4"/>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4"/>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4"/>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64"/>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64"/>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4"/>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4"/>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0" name="Google Shape;11800;p64"/>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Nature Icons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804"/>
        <p:cNvGrpSpPr/>
        <p:nvPr/>
      </p:nvGrpSpPr>
      <p:grpSpPr>
        <a:xfrm>
          <a:off x="0" y="0"/>
          <a:ext cx="0" cy="0"/>
          <a:chOff x="0" y="0"/>
          <a:chExt cx="0" cy="0"/>
        </a:xfrm>
      </p:grpSpPr>
      <p:sp>
        <p:nvSpPr>
          <p:cNvPr id="11805" name="Google Shape;11805;p65"/>
          <p:cNvSpPr/>
          <p:nvPr/>
        </p:nvSpPr>
        <p:spPr>
          <a:xfrm>
            <a:off x="257674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6" name="Google Shape;11806;p65"/>
          <p:cNvGrpSpPr/>
          <p:nvPr/>
        </p:nvGrpSpPr>
        <p:grpSpPr>
          <a:xfrm>
            <a:off x="3026217" y="3893352"/>
            <a:ext cx="346056" cy="345674"/>
            <a:chOff x="3303268" y="3817349"/>
            <a:chExt cx="346056" cy="345674"/>
          </a:xfrm>
        </p:grpSpPr>
        <p:sp>
          <p:nvSpPr>
            <p:cNvPr id="11807" name="Google Shape;11807;p65"/>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5"/>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5"/>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5"/>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1" name="Google Shape;11811;p65"/>
          <p:cNvGrpSpPr/>
          <p:nvPr/>
        </p:nvGrpSpPr>
        <p:grpSpPr>
          <a:xfrm>
            <a:off x="3475306" y="3893352"/>
            <a:ext cx="346056" cy="345674"/>
            <a:chOff x="3752358" y="3817349"/>
            <a:chExt cx="346056" cy="345674"/>
          </a:xfrm>
        </p:grpSpPr>
        <p:sp>
          <p:nvSpPr>
            <p:cNvPr id="11812" name="Google Shape;11812;p65"/>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5"/>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65"/>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65"/>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6" name="Google Shape;11816;p65"/>
          <p:cNvGrpSpPr/>
          <p:nvPr/>
        </p:nvGrpSpPr>
        <p:grpSpPr>
          <a:xfrm>
            <a:off x="4822956" y="3893352"/>
            <a:ext cx="346024" cy="345674"/>
            <a:chOff x="5100008" y="3817349"/>
            <a:chExt cx="346024" cy="345674"/>
          </a:xfrm>
        </p:grpSpPr>
        <p:sp>
          <p:nvSpPr>
            <p:cNvPr id="11817" name="Google Shape;11817;p65"/>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5"/>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5"/>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0" name="Google Shape;11820;p65"/>
          <p:cNvGrpSpPr/>
          <p:nvPr/>
        </p:nvGrpSpPr>
        <p:grpSpPr>
          <a:xfrm>
            <a:off x="5721867" y="3893352"/>
            <a:ext cx="345674" cy="345674"/>
            <a:chOff x="5998919" y="3817349"/>
            <a:chExt cx="345674" cy="345674"/>
          </a:xfrm>
        </p:grpSpPr>
        <p:sp>
          <p:nvSpPr>
            <p:cNvPr id="11821" name="Google Shape;11821;p65"/>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5"/>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5"/>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4" name="Google Shape;11824;p65"/>
          <p:cNvGrpSpPr/>
          <p:nvPr/>
        </p:nvGrpSpPr>
        <p:grpSpPr>
          <a:xfrm>
            <a:off x="3924396" y="3893352"/>
            <a:ext cx="346024" cy="345674"/>
            <a:chOff x="4201447" y="3817349"/>
            <a:chExt cx="346024" cy="345674"/>
          </a:xfrm>
        </p:grpSpPr>
        <p:sp>
          <p:nvSpPr>
            <p:cNvPr id="11825" name="Google Shape;11825;p65"/>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5"/>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7" name="Google Shape;11827;p65"/>
          <p:cNvGrpSpPr/>
          <p:nvPr/>
        </p:nvGrpSpPr>
        <p:grpSpPr>
          <a:xfrm>
            <a:off x="4373867" y="3893352"/>
            <a:ext cx="346024" cy="345674"/>
            <a:chOff x="4650919" y="3817349"/>
            <a:chExt cx="346024" cy="345674"/>
          </a:xfrm>
        </p:grpSpPr>
        <p:sp>
          <p:nvSpPr>
            <p:cNvPr id="11828" name="Google Shape;11828;p65"/>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5"/>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5"/>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1" name="Google Shape;11831;p65"/>
          <p:cNvGrpSpPr/>
          <p:nvPr/>
        </p:nvGrpSpPr>
        <p:grpSpPr>
          <a:xfrm>
            <a:off x="5272810" y="3893352"/>
            <a:ext cx="345642" cy="345674"/>
            <a:chOff x="5549861" y="3817349"/>
            <a:chExt cx="345642" cy="345674"/>
          </a:xfrm>
        </p:grpSpPr>
        <p:sp>
          <p:nvSpPr>
            <p:cNvPr id="11832" name="Google Shape;11832;p65"/>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5"/>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5"/>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5" name="Google Shape;11835;p65"/>
          <p:cNvGrpSpPr/>
          <p:nvPr/>
        </p:nvGrpSpPr>
        <p:grpSpPr>
          <a:xfrm>
            <a:off x="1281335" y="3474029"/>
            <a:ext cx="367255" cy="269855"/>
            <a:chOff x="1306445" y="3397829"/>
            <a:chExt cx="367255" cy="269855"/>
          </a:xfrm>
        </p:grpSpPr>
        <p:sp>
          <p:nvSpPr>
            <p:cNvPr id="11836" name="Google Shape;11836;p65"/>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65"/>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5"/>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5"/>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5"/>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5"/>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2" name="Google Shape;11842;p65"/>
          <p:cNvGrpSpPr/>
          <p:nvPr/>
        </p:nvGrpSpPr>
        <p:grpSpPr>
          <a:xfrm>
            <a:off x="1756207" y="3467600"/>
            <a:ext cx="367255" cy="282364"/>
            <a:chOff x="1781317" y="3391400"/>
            <a:chExt cx="367255" cy="282364"/>
          </a:xfrm>
        </p:grpSpPr>
        <p:sp>
          <p:nvSpPr>
            <p:cNvPr id="11843" name="Google Shape;11843;p65"/>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5"/>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5"/>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5"/>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5"/>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5"/>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9" name="Google Shape;11849;p65"/>
          <p:cNvGrpSpPr/>
          <p:nvPr/>
        </p:nvGrpSpPr>
        <p:grpSpPr>
          <a:xfrm>
            <a:off x="3653720" y="3447133"/>
            <a:ext cx="369164" cy="323297"/>
            <a:chOff x="3678830" y="3370933"/>
            <a:chExt cx="369164" cy="323297"/>
          </a:xfrm>
        </p:grpSpPr>
        <p:sp>
          <p:nvSpPr>
            <p:cNvPr id="11850" name="Google Shape;11850;p65"/>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5"/>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5"/>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5"/>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5"/>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5"/>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5"/>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5"/>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5"/>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5"/>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5"/>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65"/>
          <p:cNvGrpSpPr/>
          <p:nvPr/>
        </p:nvGrpSpPr>
        <p:grpSpPr>
          <a:xfrm>
            <a:off x="834155" y="3424375"/>
            <a:ext cx="312316" cy="368400"/>
            <a:chOff x="859265" y="3348175"/>
            <a:chExt cx="312316" cy="368400"/>
          </a:xfrm>
        </p:grpSpPr>
        <p:sp>
          <p:nvSpPr>
            <p:cNvPr id="11862" name="Google Shape;11862;p65"/>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5"/>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5"/>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5"/>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5"/>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7" name="Google Shape;11867;p65"/>
          <p:cNvSpPr/>
          <p:nvPr/>
        </p:nvSpPr>
        <p:spPr>
          <a:xfrm>
            <a:off x="223181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8" name="Google Shape;11868;p65"/>
          <p:cNvGrpSpPr/>
          <p:nvPr/>
        </p:nvGrpSpPr>
        <p:grpSpPr>
          <a:xfrm>
            <a:off x="2741264" y="3437213"/>
            <a:ext cx="330110" cy="308908"/>
            <a:chOff x="2766264" y="3394042"/>
            <a:chExt cx="294873" cy="275934"/>
          </a:xfrm>
        </p:grpSpPr>
        <p:sp>
          <p:nvSpPr>
            <p:cNvPr id="11869" name="Google Shape;11869;p65"/>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5"/>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5"/>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5"/>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3" name="Google Shape;11873;p65"/>
          <p:cNvGrpSpPr/>
          <p:nvPr/>
        </p:nvGrpSpPr>
        <p:grpSpPr>
          <a:xfrm>
            <a:off x="3189862" y="3435388"/>
            <a:ext cx="346406" cy="347552"/>
            <a:chOff x="3214972" y="3359188"/>
            <a:chExt cx="346406" cy="347552"/>
          </a:xfrm>
        </p:grpSpPr>
        <p:sp>
          <p:nvSpPr>
            <p:cNvPr id="11874" name="Google Shape;11874;p65"/>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5"/>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5"/>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5"/>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5"/>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65"/>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65"/>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5"/>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5"/>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5"/>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5"/>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5"/>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5"/>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5"/>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8" name="Google Shape;11888;p65"/>
          <p:cNvGrpSpPr/>
          <p:nvPr/>
        </p:nvGrpSpPr>
        <p:grpSpPr>
          <a:xfrm>
            <a:off x="4604196" y="3485393"/>
            <a:ext cx="367255" cy="244486"/>
            <a:chOff x="4629306" y="3409193"/>
            <a:chExt cx="367255" cy="244486"/>
          </a:xfrm>
        </p:grpSpPr>
        <p:sp>
          <p:nvSpPr>
            <p:cNvPr id="11889" name="Google Shape;11889;p65"/>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5"/>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5"/>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5"/>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5"/>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5"/>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5"/>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5"/>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65"/>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65"/>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9" name="Google Shape;11899;p65"/>
          <p:cNvGrpSpPr/>
          <p:nvPr/>
        </p:nvGrpSpPr>
        <p:grpSpPr>
          <a:xfrm>
            <a:off x="4168380" y="3426284"/>
            <a:ext cx="289939" cy="334661"/>
            <a:chOff x="4193490" y="3350084"/>
            <a:chExt cx="289939" cy="334661"/>
          </a:xfrm>
        </p:grpSpPr>
        <p:sp>
          <p:nvSpPr>
            <p:cNvPr id="11900" name="Google Shape;11900;p65"/>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5"/>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5"/>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5"/>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5"/>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5"/>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5"/>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5"/>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5"/>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5"/>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0" name="Google Shape;11910;p65"/>
          <p:cNvGrpSpPr/>
          <p:nvPr/>
        </p:nvGrpSpPr>
        <p:grpSpPr>
          <a:xfrm>
            <a:off x="6508171" y="3427430"/>
            <a:ext cx="357037" cy="357005"/>
            <a:chOff x="6533281" y="3351230"/>
            <a:chExt cx="357037" cy="357005"/>
          </a:xfrm>
        </p:grpSpPr>
        <p:sp>
          <p:nvSpPr>
            <p:cNvPr id="11911" name="Google Shape;11911;p65"/>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5"/>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5"/>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4" name="Google Shape;11914;p65"/>
          <p:cNvGrpSpPr/>
          <p:nvPr/>
        </p:nvGrpSpPr>
        <p:grpSpPr>
          <a:xfrm>
            <a:off x="6033331" y="3427430"/>
            <a:ext cx="357387" cy="357005"/>
            <a:chOff x="6058441" y="3351230"/>
            <a:chExt cx="357387" cy="357005"/>
          </a:xfrm>
        </p:grpSpPr>
        <p:sp>
          <p:nvSpPr>
            <p:cNvPr id="11915" name="Google Shape;11915;p65"/>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5"/>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7" name="Google Shape;11917;p65"/>
          <p:cNvGrpSpPr/>
          <p:nvPr/>
        </p:nvGrpSpPr>
        <p:grpSpPr>
          <a:xfrm>
            <a:off x="7932373" y="3427048"/>
            <a:ext cx="357387" cy="357387"/>
            <a:chOff x="7957483" y="3350848"/>
            <a:chExt cx="357387" cy="357387"/>
          </a:xfrm>
        </p:grpSpPr>
        <p:sp>
          <p:nvSpPr>
            <p:cNvPr id="11918" name="Google Shape;11918;p65"/>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5"/>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5"/>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1" name="Google Shape;11921;p65"/>
          <p:cNvGrpSpPr/>
          <p:nvPr/>
        </p:nvGrpSpPr>
        <p:grpSpPr>
          <a:xfrm>
            <a:off x="6982661" y="3427430"/>
            <a:ext cx="357387" cy="357005"/>
            <a:chOff x="7007771" y="3351230"/>
            <a:chExt cx="357387" cy="357005"/>
          </a:xfrm>
        </p:grpSpPr>
        <p:sp>
          <p:nvSpPr>
            <p:cNvPr id="11922" name="Google Shape;11922;p65"/>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5"/>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5"/>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5"/>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5"/>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7" name="Google Shape;11927;p65"/>
          <p:cNvGrpSpPr/>
          <p:nvPr/>
        </p:nvGrpSpPr>
        <p:grpSpPr>
          <a:xfrm>
            <a:off x="5083620" y="3427430"/>
            <a:ext cx="357005" cy="357005"/>
            <a:chOff x="5108729" y="3351230"/>
            <a:chExt cx="357005" cy="357005"/>
          </a:xfrm>
        </p:grpSpPr>
        <p:sp>
          <p:nvSpPr>
            <p:cNvPr id="11928" name="Google Shape;11928;p65"/>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5"/>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0" name="Google Shape;11930;p65"/>
          <p:cNvGrpSpPr/>
          <p:nvPr/>
        </p:nvGrpSpPr>
        <p:grpSpPr>
          <a:xfrm>
            <a:off x="5558459" y="3427430"/>
            <a:ext cx="357419" cy="357005"/>
            <a:chOff x="5583569" y="3351230"/>
            <a:chExt cx="357419" cy="357005"/>
          </a:xfrm>
        </p:grpSpPr>
        <p:sp>
          <p:nvSpPr>
            <p:cNvPr id="11931" name="Google Shape;11931;p65"/>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5"/>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3" name="Google Shape;11933;p65"/>
          <p:cNvGrpSpPr/>
          <p:nvPr/>
        </p:nvGrpSpPr>
        <p:grpSpPr>
          <a:xfrm>
            <a:off x="7457119" y="3427430"/>
            <a:ext cx="357419" cy="357005"/>
            <a:chOff x="7482229" y="3351230"/>
            <a:chExt cx="357419" cy="357005"/>
          </a:xfrm>
        </p:grpSpPr>
        <p:sp>
          <p:nvSpPr>
            <p:cNvPr id="11934" name="Google Shape;11934;p65"/>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5"/>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5"/>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5"/>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5"/>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9" name="Google Shape;11939;p65"/>
          <p:cNvGrpSpPr/>
          <p:nvPr/>
        </p:nvGrpSpPr>
        <p:grpSpPr>
          <a:xfrm>
            <a:off x="3739375" y="2966882"/>
            <a:ext cx="222874" cy="345737"/>
            <a:chOff x="3764485" y="2890682"/>
            <a:chExt cx="222874" cy="345737"/>
          </a:xfrm>
        </p:grpSpPr>
        <p:sp>
          <p:nvSpPr>
            <p:cNvPr id="11940" name="Google Shape;11940;p65"/>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5"/>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5"/>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5"/>
          <p:cNvGrpSpPr/>
          <p:nvPr/>
        </p:nvGrpSpPr>
        <p:grpSpPr>
          <a:xfrm>
            <a:off x="2213507" y="2984331"/>
            <a:ext cx="422596" cy="310382"/>
            <a:chOff x="2278533" y="2937377"/>
            <a:chExt cx="346788" cy="254704"/>
          </a:xfrm>
        </p:grpSpPr>
        <p:sp>
          <p:nvSpPr>
            <p:cNvPr id="11944" name="Google Shape;11944;p65"/>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5"/>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46" name="Google Shape;11946;p65"/>
          <p:cNvSpPr/>
          <p:nvPr/>
        </p:nvSpPr>
        <p:spPr>
          <a:xfrm>
            <a:off x="320275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47" name="Google Shape;11947;p65"/>
          <p:cNvGrpSpPr/>
          <p:nvPr/>
        </p:nvGrpSpPr>
        <p:grpSpPr>
          <a:xfrm>
            <a:off x="1811527" y="2967710"/>
            <a:ext cx="286152" cy="346438"/>
            <a:chOff x="1836637" y="2891510"/>
            <a:chExt cx="286152" cy="346438"/>
          </a:xfrm>
        </p:grpSpPr>
        <p:sp>
          <p:nvSpPr>
            <p:cNvPr id="11948" name="Google Shape;11948;p65"/>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5"/>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5"/>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1" name="Google Shape;11951;p65"/>
          <p:cNvGrpSpPr/>
          <p:nvPr/>
        </p:nvGrpSpPr>
        <p:grpSpPr>
          <a:xfrm>
            <a:off x="5560751" y="2982129"/>
            <a:ext cx="379764" cy="337684"/>
            <a:chOff x="5585861" y="2905929"/>
            <a:chExt cx="379764" cy="337684"/>
          </a:xfrm>
        </p:grpSpPr>
        <p:sp>
          <p:nvSpPr>
            <p:cNvPr id="11952" name="Google Shape;11952;p65"/>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5"/>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5"/>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5"/>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6" name="Google Shape;11956;p65"/>
          <p:cNvGrpSpPr/>
          <p:nvPr/>
        </p:nvGrpSpPr>
        <p:grpSpPr>
          <a:xfrm>
            <a:off x="1302566" y="2986680"/>
            <a:ext cx="347934" cy="310024"/>
            <a:chOff x="1327676" y="2910480"/>
            <a:chExt cx="347934" cy="310024"/>
          </a:xfrm>
        </p:grpSpPr>
        <p:sp>
          <p:nvSpPr>
            <p:cNvPr id="11957" name="Google Shape;11957;p65"/>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5"/>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5"/>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5"/>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5"/>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62" name="Google Shape;11962;p65"/>
          <p:cNvSpPr/>
          <p:nvPr/>
        </p:nvSpPr>
        <p:spPr>
          <a:xfrm>
            <a:off x="276085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3" name="Google Shape;11963;p65"/>
          <p:cNvGrpSpPr/>
          <p:nvPr/>
        </p:nvGrpSpPr>
        <p:grpSpPr>
          <a:xfrm>
            <a:off x="2728291" y="2945764"/>
            <a:ext cx="382828" cy="358601"/>
            <a:chOff x="2753373" y="2902523"/>
            <a:chExt cx="347552" cy="325557"/>
          </a:xfrm>
        </p:grpSpPr>
        <p:sp>
          <p:nvSpPr>
            <p:cNvPr id="11964" name="Google Shape;11964;p65"/>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65"/>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5"/>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5"/>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5"/>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5"/>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65"/>
          <p:cNvGrpSpPr/>
          <p:nvPr/>
        </p:nvGrpSpPr>
        <p:grpSpPr>
          <a:xfrm>
            <a:off x="823906" y="2979455"/>
            <a:ext cx="356655" cy="335425"/>
            <a:chOff x="849016" y="2903255"/>
            <a:chExt cx="356655" cy="335425"/>
          </a:xfrm>
        </p:grpSpPr>
        <p:sp>
          <p:nvSpPr>
            <p:cNvPr id="11971" name="Google Shape;11971;p65"/>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5"/>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5"/>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5"/>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5"/>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5"/>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5"/>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5"/>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5"/>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5"/>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5"/>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2" name="Google Shape;11982;p65"/>
          <p:cNvGrpSpPr/>
          <p:nvPr/>
        </p:nvGrpSpPr>
        <p:grpSpPr>
          <a:xfrm>
            <a:off x="4185823" y="3002977"/>
            <a:ext cx="280072" cy="275520"/>
            <a:chOff x="4210933" y="2926777"/>
            <a:chExt cx="280072" cy="275520"/>
          </a:xfrm>
        </p:grpSpPr>
        <p:sp>
          <p:nvSpPr>
            <p:cNvPr id="11983" name="Google Shape;11983;p65"/>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5"/>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5"/>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5"/>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65"/>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65"/>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5"/>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5"/>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5"/>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5"/>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5"/>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5"/>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5"/>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65"/>
          <p:cNvGrpSpPr/>
          <p:nvPr/>
        </p:nvGrpSpPr>
        <p:grpSpPr>
          <a:xfrm>
            <a:off x="4642106" y="2991582"/>
            <a:ext cx="320273" cy="318395"/>
            <a:chOff x="4667216" y="2915382"/>
            <a:chExt cx="320273" cy="318395"/>
          </a:xfrm>
        </p:grpSpPr>
        <p:sp>
          <p:nvSpPr>
            <p:cNvPr id="11997" name="Google Shape;11997;p65"/>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5"/>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5"/>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5"/>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1" name="Google Shape;12001;p65"/>
          <p:cNvGrpSpPr/>
          <p:nvPr/>
        </p:nvGrpSpPr>
        <p:grpSpPr>
          <a:xfrm>
            <a:off x="5145370" y="3010839"/>
            <a:ext cx="261929" cy="280550"/>
            <a:chOff x="5170480" y="2934639"/>
            <a:chExt cx="261929" cy="280550"/>
          </a:xfrm>
        </p:grpSpPr>
        <p:sp>
          <p:nvSpPr>
            <p:cNvPr id="12002" name="Google Shape;12002;p65"/>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5"/>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5"/>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5"/>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5"/>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5"/>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65"/>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9" name="Google Shape;12009;p65"/>
          <p:cNvGrpSpPr/>
          <p:nvPr/>
        </p:nvGrpSpPr>
        <p:grpSpPr>
          <a:xfrm>
            <a:off x="6044313" y="2968091"/>
            <a:ext cx="362321" cy="364231"/>
            <a:chOff x="6069423" y="2891892"/>
            <a:chExt cx="362321" cy="364231"/>
          </a:xfrm>
        </p:grpSpPr>
        <p:sp>
          <p:nvSpPr>
            <p:cNvPr id="12010" name="Google Shape;12010;p65"/>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5"/>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5"/>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5"/>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5"/>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5"/>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6" name="Google Shape;12016;p65"/>
          <p:cNvGrpSpPr/>
          <p:nvPr/>
        </p:nvGrpSpPr>
        <p:grpSpPr>
          <a:xfrm>
            <a:off x="6546845" y="2995370"/>
            <a:ext cx="308878" cy="311170"/>
            <a:chOff x="6571955" y="2919170"/>
            <a:chExt cx="308878" cy="311170"/>
          </a:xfrm>
        </p:grpSpPr>
        <p:sp>
          <p:nvSpPr>
            <p:cNvPr id="12017" name="Google Shape;12017;p65"/>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5"/>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5"/>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5"/>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5"/>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5"/>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5"/>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5"/>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5"/>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65"/>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7" name="Google Shape;12027;p65"/>
          <p:cNvGrpSpPr/>
          <p:nvPr/>
        </p:nvGrpSpPr>
        <p:grpSpPr>
          <a:xfrm>
            <a:off x="7474944" y="3010935"/>
            <a:ext cx="350576" cy="280454"/>
            <a:chOff x="7500054" y="2934735"/>
            <a:chExt cx="350576" cy="280454"/>
          </a:xfrm>
        </p:grpSpPr>
        <p:sp>
          <p:nvSpPr>
            <p:cNvPr id="12028" name="Google Shape;12028;p65"/>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5"/>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5"/>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65"/>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65"/>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5"/>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5"/>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5"/>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65"/>
          <p:cNvGrpSpPr/>
          <p:nvPr/>
        </p:nvGrpSpPr>
        <p:grpSpPr>
          <a:xfrm>
            <a:off x="6987570" y="2950862"/>
            <a:ext cx="332012" cy="355454"/>
            <a:chOff x="7055134" y="2919170"/>
            <a:chExt cx="290321" cy="310820"/>
          </a:xfrm>
        </p:grpSpPr>
        <p:sp>
          <p:nvSpPr>
            <p:cNvPr id="12037" name="Google Shape;12037;p65"/>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5"/>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5"/>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5"/>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5"/>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5"/>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5"/>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5"/>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5"/>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5"/>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5"/>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5"/>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5"/>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5"/>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1" name="Google Shape;12051;p65"/>
          <p:cNvGrpSpPr/>
          <p:nvPr/>
        </p:nvGrpSpPr>
        <p:grpSpPr>
          <a:xfrm>
            <a:off x="7960033" y="2976813"/>
            <a:ext cx="330109" cy="347552"/>
            <a:chOff x="7985143" y="2900613"/>
            <a:chExt cx="330109" cy="347552"/>
          </a:xfrm>
        </p:grpSpPr>
        <p:sp>
          <p:nvSpPr>
            <p:cNvPr id="12052" name="Google Shape;12052;p65"/>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5"/>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5"/>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5"/>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5"/>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5"/>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5"/>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5"/>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0" name="Google Shape;12060;p65"/>
          <p:cNvGrpSpPr/>
          <p:nvPr/>
        </p:nvGrpSpPr>
        <p:grpSpPr>
          <a:xfrm>
            <a:off x="7965731" y="2511426"/>
            <a:ext cx="354363" cy="353631"/>
            <a:chOff x="7990840" y="2435226"/>
            <a:chExt cx="354363" cy="353631"/>
          </a:xfrm>
        </p:grpSpPr>
        <p:sp>
          <p:nvSpPr>
            <p:cNvPr id="12061" name="Google Shape;12061;p65"/>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5"/>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5"/>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4" name="Google Shape;12064;p65"/>
          <p:cNvGrpSpPr/>
          <p:nvPr/>
        </p:nvGrpSpPr>
        <p:grpSpPr>
          <a:xfrm>
            <a:off x="1792207" y="2556530"/>
            <a:ext cx="350958" cy="263043"/>
            <a:chOff x="1817317" y="2480330"/>
            <a:chExt cx="350958" cy="263043"/>
          </a:xfrm>
        </p:grpSpPr>
        <p:sp>
          <p:nvSpPr>
            <p:cNvPr id="12065" name="Google Shape;12065;p65"/>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5"/>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5"/>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5"/>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5"/>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0" name="Google Shape;12070;p65"/>
          <p:cNvGrpSpPr/>
          <p:nvPr/>
        </p:nvGrpSpPr>
        <p:grpSpPr>
          <a:xfrm>
            <a:off x="1316617" y="2559549"/>
            <a:ext cx="419913" cy="308109"/>
            <a:chOff x="1341727" y="2483349"/>
            <a:chExt cx="419913" cy="308109"/>
          </a:xfrm>
        </p:grpSpPr>
        <p:sp>
          <p:nvSpPr>
            <p:cNvPr id="12071" name="Google Shape;12071;p65"/>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5"/>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5"/>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4" name="Google Shape;12074;p65"/>
          <p:cNvGrpSpPr/>
          <p:nvPr/>
        </p:nvGrpSpPr>
        <p:grpSpPr>
          <a:xfrm>
            <a:off x="829222" y="2523936"/>
            <a:ext cx="376358" cy="330109"/>
            <a:chOff x="854332" y="2447736"/>
            <a:chExt cx="376358" cy="330109"/>
          </a:xfrm>
        </p:grpSpPr>
        <p:sp>
          <p:nvSpPr>
            <p:cNvPr id="12075" name="Google Shape;12075;p65"/>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5"/>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65"/>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65"/>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5"/>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5"/>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5"/>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5"/>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3" name="Google Shape;12083;p65"/>
          <p:cNvGrpSpPr/>
          <p:nvPr/>
        </p:nvGrpSpPr>
        <p:grpSpPr>
          <a:xfrm>
            <a:off x="4181653" y="2527151"/>
            <a:ext cx="322151" cy="322374"/>
            <a:chOff x="4206763" y="2450951"/>
            <a:chExt cx="322151" cy="322374"/>
          </a:xfrm>
        </p:grpSpPr>
        <p:sp>
          <p:nvSpPr>
            <p:cNvPr id="12084" name="Google Shape;12084;p65"/>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5"/>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6" name="Google Shape;12086;p65"/>
          <p:cNvGrpSpPr/>
          <p:nvPr/>
        </p:nvGrpSpPr>
        <p:grpSpPr>
          <a:xfrm>
            <a:off x="7491236" y="2526259"/>
            <a:ext cx="327976" cy="324316"/>
            <a:chOff x="7528096" y="2450059"/>
            <a:chExt cx="327976" cy="324316"/>
          </a:xfrm>
        </p:grpSpPr>
        <p:sp>
          <p:nvSpPr>
            <p:cNvPr id="12087" name="Google Shape;12087;p65"/>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5"/>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5"/>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5"/>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5"/>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2" name="Google Shape;12092;p65"/>
          <p:cNvGrpSpPr/>
          <p:nvPr/>
        </p:nvGrpSpPr>
        <p:grpSpPr>
          <a:xfrm>
            <a:off x="7052019" y="2588742"/>
            <a:ext cx="282364" cy="198619"/>
            <a:chOff x="7077129" y="2512542"/>
            <a:chExt cx="282364" cy="198619"/>
          </a:xfrm>
        </p:grpSpPr>
        <p:sp>
          <p:nvSpPr>
            <p:cNvPr id="12093" name="Google Shape;12093;p65"/>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5"/>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5"/>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5"/>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5"/>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5"/>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9" name="Google Shape;12099;p65"/>
          <p:cNvGrpSpPr/>
          <p:nvPr/>
        </p:nvGrpSpPr>
        <p:grpSpPr>
          <a:xfrm>
            <a:off x="3700351" y="2520912"/>
            <a:ext cx="334279" cy="334661"/>
            <a:chOff x="3725461" y="2444712"/>
            <a:chExt cx="334279" cy="334661"/>
          </a:xfrm>
        </p:grpSpPr>
        <p:sp>
          <p:nvSpPr>
            <p:cNvPr id="12100" name="Google Shape;12100;p65"/>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65"/>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5"/>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5"/>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5"/>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5"/>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5"/>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7" name="Google Shape;12107;p65"/>
          <p:cNvGrpSpPr/>
          <p:nvPr/>
        </p:nvGrpSpPr>
        <p:grpSpPr>
          <a:xfrm>
            <a:off x="6552128" y="2533421"/>
            <a:ext cx="332019" cy="310788"/>
            <a:chOff x="6577238" y="2457221"/>
            <a:chExt cx="332019" cy="310788"/>
          </a:xfrm>
        </p:grpSpPr>
        <p:sp>
          <p:nvSpPr>
            <p:cNvPr id="12108" name="Google Shape;12108;p65"/>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5"/>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5"/>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5"/>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5"/>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5"/>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4" name="Google Shape;12114;p65"/>
          <p:cNvGrpSpPr/>
          <p:nvPr/>
        </p:nvGrpSpPr>
        <p:grpSpPr>
          <a:xfrm>
            <a:off x="2793451" y="2515978"/>
            <a:ext cx="247892" cy="346024"/>
            <a:chOff x="2818561" y="2439778"/>
            <a:chExt cx="247892" cy="346024"/>
          </a:xfrm>
        </p:grpSpPr>
        <p:sp>
          <p:nvSpPr>
            <p:cNvPr id="12115" name="Google Shape;12115;p65"/>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65"/>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65"/>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5"/>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5"/>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5"/>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5"/>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5"/>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5"/>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5"/>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5"/>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5"/>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65"/>
          <p:cNvGrpSpPr/>
          <p:nvPr/>
        </p:nvGrpSpPr>
        <p:grpSpPr>
          <a:xfrm>
            <a:off x="3182668" y="2550832"/>
            <a:ext cx="419933" cy="275170"/>
            <a:chOff x="3207778" y="2474632"/>
            <a:chExt cx="419933" cy="275170"/>
          </a:xfrm>
        </p:grpSpPr>
        <p:sp>
          <p:nvSpPr>
            <p:cNvPr id="12128" name="Google Shape;12128;p65"/>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5"/>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5"/>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5"/>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5"/>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5"/>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5"/>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5"/>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5"/>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5"/>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5"/>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5"/>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5"/>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5"/>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2" name="Google Shape;12142;p65"/>
          <p:cNvGrpSpPr/>
          <p:nvPr/>
        </p:nvGrpSpPr>
        <p:grpSpPr>
          <a:xfrm>
            <a:off x="6074265" y="2532275"/>
            <a:ext cx="337684" cy="314194"/>
            <a:chOff x="6099375" y="2456075"/>
            <a:chExt cx="337684" cy="314194"/>
          </a:xfrm>
        </p:grpSpPr>
        <p:sp>
          <p:nvSpPr>
            <p:cNvPr id="12143" name="Google Shape;12143;p65"/>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65"/>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5" name="Google Shape;12145;p65"/>
          <p:cNvGrpSpPr/>
          <p:nvPr/>
        </p:nvGrpSpPr>
        <p:grpSpPr>
          <a:xfrm>
            <a:off x="2287513" y="2544784"/>
            <a:ext cx="312698" cy="286534"/>
            <a:chOff x="2312623" y="2468584"/>
            <a:chExt cx="312698" cy="286534"/>
          </a:xfrm>
        </p:grpSpPr>
        <p:sp>
          <p:nvSpPr>
            <p:cNvPr id="12146" name="Google Shape;12146;p65"/>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5"/>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5"/>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9" name="Google Shape;12149;p65"/>
          <p:cNvGrpSpPr/>
          <p:nvPr/>
        </p:nvGrpSpPr>
        <p:grpSpPr>
          <a:xfrm>
            <a:off x="5593695" y="2517124"/>
            <a:ext cx="345292" cy="342618"/>
            <a:chOff x="5618805" y="2440924"/>
            <a:chExt cx="345292" cy="342618"/>
          </a:xfrm>
        </p:grpSpPr>
        <p:sp>
          <p:nvSpPr>
            <p:cNvPr id="12150" name="Google Shape;12150;p65"/>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5"/>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5"/>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5"/>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5"/>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5" name="Google Shape;12155;p65"/>
          <p:cNvGrpSpPr/>
          <p:nvPr/>
        </p:nvGrpSpPr>
        <p:grpSpPr>
          <a:xfrm>
            <a:off x="4628069" y="2522790"/>
            <a:ext cx="377886" cy="331255"/>
            <a:chOff x="4653179" y="2446590"/>
            <a:chExt cx="377886" cy="331255"/>
          </a:xfrm>
        </p:grpSpPr>
        <p:sp>
          <p:nvSpPr>
            <p:cNvPr id="12156" name="Google Shape;12156;p65"/>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5"/>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5"/>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5"/>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65"/>
          <p:cNvGrpSpPr/>
          <p:nvPr/>
        </p:nvGrpSpPr>
        <p:grpSpPr>
          <a:xfrm>
            <a:off x="5159407" y="2535681"/>
            <a:ext cx="252062" cy="305122"/>
            <a:chOff x="5184517" y="2459481"/>
            <a:chExt cx="252062" cy="305122"/>
          </a:xfrm>
        </p:grpSpPr>
        <p:sp>
          <p:nvSpPr>
            <p:cNvPr id="12161" name="Google Shape;12161;p65"/>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5"/>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5"/>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5"/>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65"/>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65"/>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7" name="Google Shape;12167;p65"/>
          <p:cNvSpPr/>
          <p:nvPr/>
        </p:nvSpPr>
        <p:spPr>
          <a:xfrm>
            <a:off x="177591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8" name="Google Shape;12168;p65"/>
          <p:cNvGrpSpPr/>
          <p:nvPr/>
        </p:nvGrpSpPr>
        <p:grpSpPr>
          <a:xfrm>
            <a:off x="6130349" y="2045308"/>
            <a:ext cx="249770" cy="363849"/>
            <a:chOff x="6155459" y="1969108"/>
            <a:chExt cx="249770" cy="363849"/>
          </a:xfrm>
        </p:grpSpPr>
        <p:sp>
          <p:nvSpPr>
            <p:cNvPr id="12169" name="Google Shape;12169;p65"/>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5"/>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5"/>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5"/>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5"/>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5"/>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5"/>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5"/>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5"/>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8" name="Google Shape;12178;p65"/>
          <p:cNvGrpSpPr/>
          <p:nvPr/>
        </p:nvGrpSpPr>
        <p:grpSpPr>
          <a:xfrm>
            <a:off x="2254919" y="2046804"/>
            <a:ext cx="353631" cy="354395"/>
            <a:chOff x="2280029" y="1970604"/>
            <a:chExt cx="353631" cy="354395"/>
          </a:xfrm>
        </p:grpSpPr>
        <p:sp>
          <p:nvSpPr>
            <p:cNvPr id="12179" name="Google Shape;12179;p65"/>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65"/>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5"/>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5"/>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3" name="Google Shape;12183;p65"/>
          <p:cNvGrpSpPr/>
          <p:nvPr/>
        </p:nvGrpSpPr>
        <p:grpSpPr>
          <a:xfrm>
            <a:off x="8039990" y="2076374"/>
            <a:ext cx="255086" cy="301685"/>
            <a:chOff x="8065100" y="2000174"/>
            <a:chExt cx="255086" cy="301685"/>
          </a:xfrm>
        </p:grpSpPr>
        <p:sp>
          <p:nvSpPr>
            <p:cNvPr id="12184" name="Google Shape;12184;p65"/>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5"/>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5"/>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5"/>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8" name="Google Shape;12188;p65"/>
          <p:cNvGrpSpPr/>
          <p:nvPr/>
        </p:nvGrpSpPr>
        <p:grpSpPr>
          <a:xfrm>
            <a:off x="6608595" y="2045308"/>
            <a:ext cx="249420" cy="363849"/>
            <a:chOff x="6633705" y="1969108"/>
            <a:chExt cx="249420" cy="363849"/>
          </a:xfrm>
        </p:grpSpPr>
        <p:sp>
          <p:nvSpPr>
            <p:cNvPr id="12189" name="Google Shape;12189;p65"/>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5"/>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65"/>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65"/>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5"/>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5"/>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5"/>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5"/>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7" name="Google Shape;12197;p65"/>
          <p:cNvGrpSpPr/>
          <p:nvPr/>
        </p:nvGrpSpPr>
        <p:grpSpPr>
          <a:xfrm>
            <a:off x="5185921" y="2045308"/>
            <a:ext cx="226661" cy="363467"/>
            <a:chOff x="5211031" y="1969108"/>
            <a:chExt cx="226661" cy="363467"/>
          </a:xfrm>
        </p:grpSpPr>
        <p:sp>
          <p:nvSpPr>
            <p:cNvPr id="12198" name="Google Shape;12198;p65"/>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5"/>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65"/>
          <p:cNvGrpSpPr/>
          <p:nvPr/>
        </p:nvGrpSpPr>
        <p:grpSpPr>
          <a:xfrm>
            <a:off x="3687842" y="2046804"/>
            <a:ext cx="354363" cy="354395"/>
            <a:chOff x="3712952" y="1970604"/>
            <a:chExt cx="354363" cy="354395"/>
          </a:xfrm>
        </p:grpSpPr>
        <p:sp>
          <p:nvSpPr>
            <p:cNvPr id="12201" name="Google Shape;12201;p65"/>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5"/>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5"/>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5"/>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5"/>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5"/>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5"/>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5"/>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5"/>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0" name="Google Shape;12210;p65"/>
          <p:cNvGrpSpPr/>
          <p:nvPr/>
        </p:nvGrpSpPr>
        <p:grpSpPr>
          <a:xfrm>
            <a:off x="3210329" y="2046804"/>
            <a:ext cx="354363" cy="354745"/>
            <a:chOff x="3235438" y="1970604"/>
            <a:chExt cx="354363" cy="354745"/>
          </a:xfrm>
        </p:grpSpPr>
        <p:sp>
          <p:nvSpPr>
            <p:cNvPr id="12211" name="Google Shape;12211;p65"/>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5"/>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5"/>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5"/>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5"/>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65"/>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65"/>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5"/>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5"/>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5"/>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5"/>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5"/>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5"/>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4" name="Google Shape;12224;p65"/>
          <p:cNvGrpSpPr/>
          <p:nvPr/>
        </p:nvGrpSpPr>
        <p:grpSpPr>
          <a:xfrm>
            <a:off x="1304475" y="2066125"/>
            <a:ext cx="341472" cy="335074"/>
            <a:chOff x="1329585" y="1989925"/>
            <a:chExt cx="341472" cy="335074"/>
          </a:xfrm>
        </p:grpSpPr>
        <p:sp>
          <p:nvSpPr>
            <p:cNvPr id="12225" name="Google Shape;12225;p65"/>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5"/>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5"/>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65"/>
          <p:cNvGrpSpPr/>
          <p:nvPr/>
        </p:nvGrpSpPr>
        <p:grpSpPr>
          <a:xfrm>
            <a:off x="5566761" y="2066106"/>
            <a:ext cx="416649" cy="325597"/>
            <a:chOff x="5626763" y="2013829"/>
            <a:chExt cx="351722" cy="274788"/>
          </a:xfrm>
        </p:grpSpPr>
        <p:sp>
          <p:nvSpPr>
            <p:cNvPr id="12229" name="Google Shape;12229;p65"/>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5"/>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5"/>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5"/>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5"/>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5"/>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5"/>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5"/>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5"/>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5"/>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65"/>
          <p:cNvGrpSpPr/>
          <p:nvPr/>
        </p:nvGrpSpPr>
        <p:grpSpPr>
          <a:xfrm>
            <a:off x="7551495" y="2060077"/>
            <a:ext cx="276698" cy="333133"/>
            <a:chOff x="7576605" y="1983877"/>
            <a:chExt cx="276698" cy="333133"/>
          </a:xfrm>
        </p:grpSpPr>
        <p:sp>
          <p:nvSpPr>
            <p:cNvPr id="12240" name="Google Shape;12240;p65"/>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5"/>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2" name="Google Shape;12242;p65"/>
          <p:cNvGrpSpPr/>
          <p:nvPr/>
        </p:nvGrpSpPr>
        <p:grpSpPr>
          <a:xfrm>
            <a:off x="828458" y="2051738"/>
            <a:ext cx="337334" cy="353599"/>
            <a:chOff x="853568" y="1975538"/>
            <a:chExt cx="337334" cy="353599"/>
          </a:xfrm>
        </p:grpSpPr>
        <p:sp>
          <p:nvSpPr>
            <p:cNvPr id="12243" name="Google Shape;12243;p65"/>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5"/>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5"/>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5"/>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7" name="Google Shape;12247;p65"/>
          <p:cNvGrpSpPr/>
          <p:nvPr/>
        </p:nvGrpSpPr>
        <p:grpSpPr>
          <a:xfrm>
            <a:off x="2733192" y="2085828"/>
            <a:ext cx="327085" cy="277080"/>
            <a:chOff x="2770052" y="2009628"/>
            <a:chExt cx="327085" cy="277080"/>
          </a:xfrm>
        </p:grpSpPr>
        <p:sp>
          <p:nvSpPr>
            <p:cNvPr id="12248" name="Google Shape;12248;p65"/>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5"/>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50" name="Google Shape;12250;p65"/>
          <p:cNvSpPr/>
          <p:nvPr/>
        </p:nvSpPr>
        <p:spPr>
          <a:xfrm>
            <a:off x="703495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51" name="Google Shape;12251;p65"/>
          <p:cNvGrpSpPr/>
          <p:nvPr/>
        </p:nvGrpSpPr>
        <p:grpSpPr>
          <a:xfrm>
            <a:off x="4170289" y="2046804"/>
            <a:ext cx="344878" cy="343573"/>
            <a:chOff x="4195399" y="1970604"/>
            <a:chExt cx="344878" cy="343573"/>
          </a:xfrm>
        </p:grpSpPr>
        <p:sp>
          <p:nvSpPr>
            <p:cNvPr id="12252" name="Google Shape;12252;p65"/>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5"/>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5"/>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5"/>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6" name="Google Shape;12256;p65"/>
          <p:cNvGrpSpPr/>
          <p:nvPr/>
        </p:nvGrpSpPr>
        <p:grpSpPr>
          <a:xfrm>
            <a:off x="4649681" y="2053647"/>
            <a:ext cx="344528" cy="344114"/>
            <a:chOff x="4674791" y="1977447"/>
            <a:chExt cx="344528" cy="344114"/>
          </a:xfrm>
        </p:grpSpPr>
        <p:sp>
          <p:nvSpPr>
            <p:cNvPr id="12257" name="Google Shape;12257;p65"/>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5"/>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5"/>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5"/>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5"/>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65"/>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65"/>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5"/>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5"/>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5"/>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5"/>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5"/>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5"/>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5"/>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5"/>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5"/>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5"/>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5"/>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5"/>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5"/>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5"/>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65"/>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65"/>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5"/>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5"/>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5"/>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3" name="Google Shape;12283;p65"/>
          <p:cNvGrpSpPr/>
          <p:nvPr/>
        </p:nvGrpSpPr>
        <p:grpSpPr>
          <a:xfrm>
            <a:off x="6058700" y="1623497"/>
            <a:ext cx="382819" cy="310788"/>
            <a:chOff x="6083810" y="1547297"/>
            <a:chExt cx="382819" cy="310788"/>
          </a:xfrm>
        </p:grpSpPr>
        <p:sp>
          <p:nvSpPr>
            <p:cNvPr id="12284" name="Google Shape;12284;p65"/>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5"/>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5"/>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5"/>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5"/>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5"/>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5"/>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5"/>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5"/>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5"/>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65"/>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65"/>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5"/>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5"/>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5"/>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5"/>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5"/>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5"/>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2" name="Google Shape;12302;p65"/>
          <p:cNvGrpSpPr/>
          <p:nvPr/>
        </p:nvGrpSpPr>
        <p:grpSpPr>
          <a:xfrm>
            <a:off x="6533190" y="1614393"/>
            <a:ext cx="382788" cy="328613"/>
            <a:chOff x="6558300" y="1538193"/>
            <a:chExt cx="382788" cy="328613"/>
          </a:xfrm>
        </p:grpSpPr>
        <p:sp>
          <p:nvSpPr>
            <p:cNvPr id="12303" name="Google Shape;12303;p65"/>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5"/>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5" name="Google Shape;12305;p65"/>
          <p:cNvGrpSpPr/>
          <p:nvPr/>
        </p:nvGrpSpPr>
        <p:grpSpPr>
          <a:xfrm>
            <a:off x="5168892" y="1587497"/>
            <a:ext cx="259605" cy="346024"/>
            <a:chOff x="5194002" y="1511297"/>
            <a:chExt cx="259605" cy="346024"/>
          </a:xfrm>
        </p:grpSpPr>
        <p:sp>
          <p:nvSpPr>
            <p:cNvPr id="12306" name="Google Shape;12306;p65"/>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5"/>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5"/>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5"/>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0" name="Google Shape;12310;p65"/>
          <p:cNvGrpSpPr/>
          <p:nvPr/>
        </p:nvGrpSpPr>
        <p:grpSpPr>
          <a:xfrm>
            <a:off x="1369631" y="1588261"/>
            <a:ext cx="252444" cy="351722"/>
            <a:chOff x="1394741" y="1512061"/>
            <a:chExt cx="252444" cy="351722"/>
          </a:xfrm>
        </p:grpSpPr>
        <p:sp>
          <p:nvSpPr>
            <p:cNvPr id="12311" name="Google Shape;12311;p65"/>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5"/>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5"/>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5"/>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5"/>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5"/>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5"/>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5"/>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5"/>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5"/>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5"/>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5"/>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65"/>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65"/>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5"/>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5"/>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5"/>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8" name="Google Shape;12328;p65"/>
          <p:cNvGrpSpPr/>
          <p:nvPr/>
        </p:nvGrpSpPr>
        <p:grpSpPr>
          <a:xfrm>
            <a:off x="829986" y="1580685"/>
            <a:ext cx="380910" cy="339594"/>
            <a:chOff x="855096" y="1504485"/>
            <a:chExt cx="380910" cy="339594"/>
          </a:xfrm>
        </p:grpSpPr>
        <p:sp>
          <p:nvSpPr>
            <p:cNvPr id="12329" name="Google Shape;12329;p65"/>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5"/>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5"/>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5"/>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5"/>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4" name="Google Shape;12334;p65"/>
          <p:cNvGrpSpPr/>
          <p:nvPr/>
        </p:nvGrpSpPr>
        <p:grpSpPr>
          <a:xfrm>
            <a:off x="1794466" y="1587879"/>
            <a:ext cx="352103" cy="352103"/>
            <a:chOff x="1819576" y="1511679"/>
            <a:chExt cx="352103" cy="352103"/>
          </a:xfrm>
        </p:grpSpPr>
        <p:sp>
          <p:nvSpPr>
            <p:cNvPr id="12335" name="Google Shape;12335;p65"/>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5"/>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5"/>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5"/>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9" name="Google Shape;12339;p65"/>
          <p:cNvGrpSpPr/>
          <p:nvPr/>
        </p:nvGrpSpPr>
        <p:grpSpPr>
          <a:xfrm>
            <a:off x="5595987" y="1576961"/>
            <a:ext cx="371424" cy="355446"/>
            <a:chOff x="5621097" y="1500761"/>
            <a:chExt cx="371424" cy="355446"/>
          </a:xfrm>
        </p:grpSpPr>
        <p:sp>
          <p:nvSpPr>
            <p:cNvPr id="12340" name="Google Shape;12340;p65"/>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5"/>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2" name="Google Shape;12342;p65"/>
          <p:cNvGrpSpPr/>
          <p:nvPr/>
        </p:nvGrpSpPr>
        <p:grpSpPr>
          <a:xfrm>
            <a:off x="4645129" y="1617799"/>
            <a:ext cx="359679" cy="321833"/>
            <a:chOff x="4670239" y="1541599"/>
            <a:chExt cx="359679" cy="321833"/>
          </a:xfrm>
        </p:grpSpPr>
        <p:sp>
          <p:nvSpPr>
            <p:cNvPr id="12343" name="Google Shape;12343;p65"/>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65"/>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65"/>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5"/>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5"/>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65"/>
          <p:cNvGrpSpPr/>
          <p:nvPr/>
        </p:nvGrpSpPr>
        <p:grpSpPr>
          <a:xfrm>
            <a:off x="4187319" y="1578585"/>
            <a:ext cx="321037" cy="353822"/>
            <a:chOff x="4212429" y="1502385"/>
            <a:chExt cx="321037" cy="353822"/>
          </a:xfrm>
        </p:grpSpPr>
        <p:sp>
          <p:nvSpPr>
            <p:cNvPr id="12349" name="Google Shape;12349;p65"/>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5"/>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5"/>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5"/>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3" name="Google Shape;12353;p65"/>
          <p:cNvGrpSpPr/>
          <p:nvPr/>
        </p:nvGrpSpPr>
        <p:grpSpPr>
          <a:xfrm>
            <a:off x="2277678" y="1582181"/>
            <a:ext cx="336188" cy="335425"/>
            <a:chOff x="2302788" y="1505981"/>
            <a:chExt cx="336188" cy="335425"/>
          </a:xfrm>
        </p:grpSpPr>
        <p:sp>
          <p:nvSpPr>
            <p:cNvPr id="12354" name="Google Shape;12354;p65"/>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5"/>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5"/>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5"/>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5"/>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5"/>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5"/>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5"/>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5"/>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5"/>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65"/>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65"/>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5"/>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5"/>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5"/>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5"/>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5"/>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1" name="Google Shape;12371;p65"/>
          <p:cNvGrpSpPr/>
          <p:nvPr/>
        </p:nvGrpSpPr>
        <p:grpSpPr>
          <a:xfrm>
            <a:off x="2755191" y="1598096"/>
            <a:ext cx="333133" cy="321037"/>
            <a:chOff x="2780301" y="1521896"/>
            <a:chExt cx="333133" cy="321037"/>
          </a:xfrm>
        </p:grpSpPr>
        <p:sp>
          <p:nvSpPr>
            <p:cNvPr id="12372" name="Google Shape;12372;p65"/>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5"/>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5"/>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5"/>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5"/>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5"/>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5"/>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5"/>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5"/>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65"/>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65"/>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5"/>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5"/>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5"/>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5"/>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5"/>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5"/>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5"/>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5"/>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5"/>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2" name="Google Shape;12392;p65"/>
          <p:cNvGrpSpPr/>
          <p:nvPr/>
        </p:nvGrpSpPr>
        <p:grpSpPr>
          <a:xfrm>
            <a:off x="3291049" y="1591285"/>
            <a:ext cx="211892" cy="339594"/>
            <a:chOff x="3316159" y="1515085"/>
            <a:chExt cx="211892" cy="339594"/>
          </a:xfrm>
        </p:grpSpPr>
        <p:sp>
          <p:nvSpPr>
            <p:cNvPr id="12393" name="Google Shape;12393;p65"/>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5"/>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65"/>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96" name="Google Shape;12396;p65"/>
            <p:cNvGrpSpPr/>
            <p:nvPr/>
          </p:nvGrpSpPr>
          <p:grpSpPr>
            <a:xfrm>
              <a:off x="3316159" y="1515085"/>
              <a:ext cx="211892" cy="339594"/>
              <a:chOff x="3316159" y="1515085"/>
              <a:chExt cx="211892" cy="339594"/>
            </a:xfrm>
          </p:grpSpPr>
          <p:sp>
            <p:nvSpPr>
              <p:cNvPr id="12397" name="Google Shape;12397;p65"/>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5"/>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5"/>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5"/>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5"/>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5"/>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03" name="Google Shape;12403;p65"/>
          <p:cNvGrpSpPr/>
          <p:nvPr/>
        </p:nvGrpSpPr>
        <p:grpSpPr>
          <a:xfrm>
            <a:off x="3691248" y="1620855"/>
            <a:ext cx="361971" cy="314958"/>
            <a:chOff x="3716358" y="1544655"/>
            <a:chExt cx="361971" cy="314958"/>
          </a:xfrm>
        </p:grpSpPr>
        <p:sp>
          <p:nvSpPr>
            <p:cNvPr id="12404" name="Google Shape;12404;p65"/>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5"/>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5"/>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5"/>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5"/>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09" name="Google Shape;12409;p65"/>
            <p:cNvGrpSpPr/>
            <p:nvPr/>
          </p:nvGrpSpPr>
          <p:grpSpPr>
            <a:xfrm>
              <a:off x="3716358" y="1544655"/>
              <a:ext cx="361971" cy="314958"/>
              <a:chOff x="3716358" y="1544655"/>
              <a:chExt cx="361971" cy="314958"/>
            </a:xfrm>
          </p:grpSpPr>
          <p:sp>
            <p:nvSpPr>
              <p:cNvPr id="12410" name="Google Shape;12410;p65"/>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5"/>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5"/>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5"/>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5"/>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15" name="Google Shape;12415;p65"/>
          <p:cNvGrpSpPr/>
          <p:nvPr/>
        </p:nvGrpSpPr>
        <p:grpSpPr>
          <a:xfrm>
            <a:off x="6986814" y="1633752"/>
            <a:ext cx="499533" cy="305136"/>
            <a:chOff x="7009649" y="1541981"/>
            <a:chExt cx="524940" cy="320655"/>
          </a:xfrm>
        </p:grpSpPr>
        <p:sp>
          <p:nvSpPr>
            <p:cNvPr id="12416" name="Google Shape;12416;p65"/>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5"/>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5"/>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5"/>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65"/>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65"/>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5"/>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5"/>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4" name="Google Shape;12424;p65"/>
          <p:cNvGrpSpPr/>
          <p:nvPr/>
        </p:nvGrpSpPr>
        <p:grpSpPr>
          <a:xfrm>
            <a:off x="8008924" y="1594309"/>
            <a:ext cx="282746" cy="340358"/>
            <a:chOff x="8034034" y="1518109"/>
            <a:chExt cx="282746" cy="340358"/>
          </a:xfrm>
        </p:grpSpPr>
        <p:sp>
          <p:nvSpPr>
            <p:cNvPr id="12425" name="Google Shape;12425;p65"/>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5"/>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5"/>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5"/>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9" name="Google Shape;12429;p65"/>
          <p:cNvGrpSpPr/>
          <p:nvPr/>
        </p:nvGrpSpPr>
        <p:grpSpPr>
          <a:xfrm>
            <a:off x="7557192" y="1576134"/>
            <a:ext cx="369133" cy="360411"/>
            <a:chOff x="7582302" y="1499934"/>
            <a:chExt cx="369133" cy="360411"/>
          </a:xfrm>
        </p:grpSpPr>
        <p:sp>
          <p:nvSpPr>
            <p:cNvPr id="12430" name="Google Shape;12430;p65"/>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5"/>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5"/>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5"/>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5"/>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5" name="Google Shape;12435;p65"/>
          <p:cNvGrpSpPr/>
          <p:nvPr/>
        </p:nvGrpSpPr>
        <p:grpSpPr>
          <a:xfrm>
            <a:off x="6170979" y="3893352"/>
            <a:ext cx="346056" cy="345674"/>
            <a:chOff x="2238181" y="4120624"/>
            <a:chExt cx="346056" cy="345674"/>
          </a:xfrm>
        </p:grpSpPr>
        <p:grpSp>
          <p:nvGrpSpPr>
            <p:cNvPr id="12436" name="Google Shape;12436;p65"/>
            <p:cNvGrpSpPr/>
            <p:nvPr/>
          </p:nvGrpSpPr>
          <p:grpSpPr>
            <a:xfrm>
              <a:off x="2309155" y="4177413"/>
              <a:ext cx="203862" cy="231903"/>
              <a:chOff x="1512725" y="258500"/>
              <a:chExt cx="4570900" cy="5199625"/>
            </a:xfrm>
          </p:grpSpPr>
          <p:sp>
            <p:nvSpPr>
              <p:cNvPr id="12437" name="Google Shape;12437;p65"/>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5"/>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9" name="Google Shape;12439;p65"/>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40" name="Google Shape;12440;p65"/>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SEO &amp; Marketing Icons</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444"/>
        <p:cNvGrpSpPr/>
        <p:nvPr/>
      </p:nvGrpSpPr>
      <p:grpSpPr>
        <a:xfrm>
          <a:off x="0" y="0"/>
          <a:ext cx="0" cy="0"/>
          <a:chOff x="0" y="0"/>
          <a:chExt cx="0" cy="0"/>
        </a:xfrm>
      </p:grpSpPr>
      <p:pic>
        <p:nvPicPr>
          <p:cNvPr id="12445" name="Google Shape;12445;p66">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Simple Pastel Company Profile by Slidesgo">
  <a:themeElements>
    <a:clrScheme name="Simple Light">
      <a:dk1>
        <a:srgbClr val="36502A"/>
      </a:dk1>
      <a:lt1>
        <a:srgbClr val="F9FDF8"/>
      </a:lt1>
      <a:dk2>
        <a:srgbClr val="E0F0DA"/>
      </a:dk2>
      <a:lt2>
        <a:srgbClr val="B6D7A8"/>
      </a:lt2>
      <a:accent1>
        <a:srgbClr val="38761D"/>
      </a:accent1>
      <a:accent2>
        <a:srgbClr val="FFFFFF"/>
      </a:accent2>
      <a:accent3>
        <a:srgbClr val="FFFFFF"/>
      </a:accent3>
      <a:accent4>
        <a:srgbClr val="FFFFFF"/>
      </a:accent4>
      <a:accent5>
        <a:srgbClr val="FFFFFF"/>
      </a:accent5>
      <a:accent6>
        <a:srgbClr val="FFFFFF"/>
      </a:accent6>
      <a:hlink>
        <a:srgbClr val="36502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TotalTime>
  <Words>2031</Words>
  <Application>Microsoft Office PowerPoint</Application>
  <PresentationFormat>On-screen Show (16:9)</PresentationFormat>
  <Paragraphs>361</Paragraphs>
  <Slides>45</Slides>
  <Notes>40</Notes>
  <HiddenSlides>0</HiddenSlides>
  <MMClips>0</MMClips>
  <ScaleCrop>false</ScaleCrop>
  <HeadingPairs>
    <vt:vector size="6" baseType="variant">
      <vt:variant>
        <vt:lpstr>Fonts Used</vt:lpstr>
      </vt:variant>
      <vt:variant>
        <vt:i4>13</vt:i4>
      </vt:variant>
      <vt:variant>
        <vt:lpstr>Theme</vt:lpstr>
      </vt:variant>
      <vt:variant>
        <vt:i4>2</vt:i4>
      </vt:variant>
      <vt:variant>
        <vt:lpstr>Slide Titles</vt:lpstr>
      </vt:variant>
      <vt:variant>
        <vt:i4>45</vt:i4>
      </vt:variant>
    </vt:vector>
  </HeadingPairs>
  <TitlesOfParts>
    <vt:vector size="60" baseType="lpstr">
      <vt:lpstr>Arial</vt:lpstr>
      <vt:lpstr>Anaheim</vt:lpstr>
      <vt:lpstr>Calibri</vt:lpstr>
      <vt:lpstr>Amatic SC</vt:lpstr>
      <vt:lpstr>Roboto Medium</vt:lpstr>
      <vt:lpstr>Proxima Nova</vt:lpstr>
      <vt:lpstr>Nunito Light</vt:lpstr>
      <vt:lpstr>Raleway</vt:lpstr>
      <vt:lpstr>Open Sans</vt:lpstr>
      <vt:lpstr>Figtree Light</vt:lpstr>
      <vt:lpstr>Actor</vt:lpstr>
      <vt:lpstr>Geologica</vt:lpstr>
      <vt:lpstr>Figtree</vt:lpstr>
      <vt:lpstr>Simple Pastel Company Profile by Slidesgo</vt:lpstr>
      <vt:lpstr>Slidesgo Final Pages</vt:lpstr>
      <vt:lpstr>Numerical Modeling of Control Rod Reactivity in the Kartini Research Reactor Using Differential Rod Worth Functions</vt:lpstr>
      <vt:lpstr>Kinematic Equations of the Kartini Reactor</vt:lpstr>
      <vt:lpstr>Kinematic Equations of the Kartini Reactor</vt:lpstr>
      <vt:lpstr>Reactivity Model with Control Rod Position</vt:lpstr>
      <vt:lpstr>Reactivity Model Approach with Control Rod Position</vt:lpstr>
      <vt:lpstr>PowerPoint Presentation</vt:lpstr>
      <vt:lpstr>Contents of this template</vt:lpstr>
      <vt:lpstr>Table of contents</vt:lpstr>
      <vt:lpstr>One column</vt:lpstr>
      <vt:lpstr>Name of the section</vt:lpstr>
      <vt:lpstr>Two ideas</vt:lpstr>
      <vt:lpstr>Three ideas</vt:lpstr>
      <vt:lpstr>Four ideas</vt:lpstr>
      <vt:lpstr>Six ideas</vt:lpstr>
      <vt:lpstr>4,498,300,000</vt:lpstr>
      <vt:lpstr>A picture is worth a thousand words</vt:lpstr>
      <vt:lpstr>Pie chart</vt:lpstr>
      <vt:lpstr>Map</vt:lpstr>
      <vt:lpstr>Table</vt:lpstr>
      <vt:lpstr>Timeline</vt:lpstr>
      <vt:lpstr>Target infographic</vt:lpstr>
      <vt:lpstr>Organizational chart</vt:lpstr>
      <vt:lpstr>Roadmap infographic</vt:lpstr>
      <vt:lpstr>Photo showcase</vt:lpstr>
      <vt:lpstr>Thanks!</vt:lpstr>
      <vt:lpstr>Alternative resources</vt:lpstr>
      <vt:lpstr>Resources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ASUS</dc:creator>
  <cp:lastModifiedBy>asus ROG</cp:lastModifiedBy>
  <cp:revision>5</cp:revision>
  <dcterms:modified xsi:type="dcterms:W3CDTF">2026-02-24T07:24:55Z</dcterms:modified>
</cp:coreProperties>
</file>