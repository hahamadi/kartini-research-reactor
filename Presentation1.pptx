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D11A-497D-48BF-1EF1-18E2370CE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64E55-4766-6CCA-AC4C-BB3EA7ACC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33918-5ABB-C30D-FFE1-FB426DD5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BF406-791C-36B9-5BD0-A9BD8FF1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D1F57-F39A-15CA-7F55-BC466BB2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40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BF13C-9FE1-6E14-88A2-D5F2A9AD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0EB74-B7B1-6D4F-3A1A-1861F4170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78EE9-5F2F-9D8F-BA82-660777C1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EA71F-EAEC-AFAE-EC6B-8E9BE0677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8C43D-284A-90C4-D5A7-671E98CC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55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6574-222F-34DC-051D-CDFAEEE20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7E7ED-64C5-7B1A-2926-6589ABA32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AC234-39A6-85B2-3D7E-75928C26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5146D-DE65-B8E3-BBA7-E85DB6E3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E5299-CE3C-499F-4C2F-C8B322ED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4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7556-DFAE-7A3C-BFBC-F425BAEC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BEEE3-3983-9852-FCAC-0D8A95EE7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387AB-D09B-78C7-57C3-B505E623F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C2CB4-FD75-3BA2-CB2F-50E21360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B54A7-6F15-B334-C9B6-44EAE970D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13218-C490-C384-4560-5A3E5C80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8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3F11-C317-8776-25E3-BD328E393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FA884-0DA0-48EC-CCB8-A8291B7E7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CD4DA-1D83-D815-BE23-A01E24618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0DF481-23EB-633A-2951-778F620A5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8CD55-61D9-5B4C-898F-C4D39CEFF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EECB0-265F-DD67-CF57-0107A08E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CF5BE9-EE05-058D-ECF3-04061AFE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DDD5E-149C-DFB2-B06F-8A8B4AFC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0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BF4B-5DA1-78F2-7E8F-47D20F47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641776-A344-B948-8A56-051C970AB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9EB21-E9FD-AEED-E41E-4700C055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C5D8F-7222-6E84-0A40-7C7B4BA5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0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C614E-81AF-BF8A-B948-4077EBEE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56AAF-6F92-FCAB-E175-6DC452AC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97EFD-1E53-FBF9-A794-039EA573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2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ACE9-33E8-8E32-DC77-DCAEB977E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096B4-3EEB-21CE-43FF-42A9FE6DC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8C63A-7DEC-DE57-E18E-8E3DBC19C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EE5FB-D739-A743-A0FD-582A791B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6516A-83F3-DE77-73D9-82238499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536DD-96CB-2471-E016-BCA311AC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59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0D0B-45FF-CA78-E043-690C673F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2C9A67-C36C-346F-CC1F-B777A764C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86CC7-8895-C15F-8D95-D2458DE14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12D4C-4A0C-8A1C-15B4-525502DA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B8D17-4785-D469-39F2-49428797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E9B3E-EB0F-6E18-75C4-49BA691F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5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6908-9EA4-ED9F-62E5-8CD0CDF3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4BB44-C6EB-02CC-041A-A6BE80115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E1682-AECC-2D82-7B9B-D3FC6BAD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72CA3-8A05-0A3B-6CF0-147938504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12C2C-B6EF-DFDB-3B84-BE38F7D4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69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17AF7-5099-04A3-4ECB-78133E944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F57C5-0B43-E6E2-6194-39404ECBA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A7041-5FFA-1690-E1C2-3C4C6DC8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A8E20-317B-8E30-38F6-71041803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44779-32FE-ABC6-8901-D9AD58AA2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3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76AA9-3F44-680B-5759-3B150E04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D789D-AF79-AF6D-A4A5-9E5E704A1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8E6B1-3991-CC47-29BF-4E3E89751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98389-1942-4D5D-A9C7-EF7665F55ED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F8278-8623-7808-74A7-288C91793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69433-DA25-F9F0-A51B-6FDADCA45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C50D6-4F18-4AB4-B1B8-9DC26D7F5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8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5C4B-87F3-7A1D-52EE-9F6CE1F89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86805-FF9F-8E61-991F-E18FFACEA5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91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4F0F-E5C7-92AE-ADB6-A8F915A62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041B5-966C-7833-A099-7EC8C9384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PLTN </a:t>
            </a:r>
            <a:r>
              <a:rPr lang="en-US" dirty="0" err="1"/>
              <a:t>Tipe</a:t>
            </a:r>
            <a:r>
              <a:rPr lang="en-US" dirty="0"/>
              <a:t> MSR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kekinian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sudah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ada</a:t>
            </a:r>
            <a:endParaRPr lang="en-US" dirty="0"/>
          </a:p>
          <a:p>
            <a:r>
              <a:rPr lang="en-US" dirty="0" err="1"/>
              <a:t>Reaktor</a:t>
            </a:r>
            <a:r>
              <a:rPr lang="en-US" dirty="0"/>
              <a:t> </a:t>
            </a:r>
            <a:r>
              <a:rPr lang="en-US" dirty="0" err="1"/>
              <a:t>Kartini</a:t>
            </a:r>
            <a:r>
              <a:rPr lang="en-US" dirty="0"/>
              <a:t>, PWR dan BWR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ini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ada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hubungan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erat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Mencari</a:t>
            </a:r>
            <a:r>
              <a:rPr lang="en-US" dirty="0">
                <a:sym typeface="Wingdings" panose="05000000000000000000" pitchFamily="2" charset="2"/>
              </a:rPr>
              <a:t> info </a:t>
            </a:r>
            <a:r>
              <a:rPr lang="en-US" dirty="0" err="1">
                <a:sym typeface="Wingdings" panose="05000000000000000000" pitchFamily="2" charset="2"/>
              </a:rPr>
              <a:t>untuk</a:t>
            </a:r>
            <a:r>
              <a:rPr lang="en-US" dirty="0">
                <a:sym typeface="Wingdings" panose="05000000000000000000" pitchFamily="2" charset="2"/>
              </a:rPr>
              <a:t> reactor </a:t>
            </a:r>
            <a:r>
              <a:rPr lang="en-US" dirty="0" err="1">
                <a:sym typeface="Wingdings" panose="05000000000000000000" pitchFamily="2" charset="2"/>
              </a:rPr>
              <a:t>kartini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posisi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batang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kendali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dari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posisi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dari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bawah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sampai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atas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229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halim hamadi</dc:creator>
  <cp:lastModifiedBy>halim hamadi</cp:lastModifiedBy>
  <cp:revision>1</cp:revision>
  <dcterms:created xsi:type="dcterms:W3CDTF">2025-01-06T06:40:21Z</dcterms:created>
  <dcterms:modified xsi:type="dcterms:W3CDTF">2025-01-06T08:00:02Z</dcterms:modified>
</cp:coreProperties>
</file>